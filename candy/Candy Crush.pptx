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Lato"/>
      <p:regular r:id="rId12"/>
      <p:bold r:id="rId13"/>
      <p:italic r:id="rId14"/>
      <p:boldItalic r:id="rId15"/>
    </p:embeddedFont>
    <p:embeddedFont>
      <p:font typeface="Bebas Neue"/>
      <p:regular r:id="rId16"/>
    </p:embeddedFont>
    <p:embeddedFont>
      <p:font typeface="Alice"/>
      <p:regular r:id="rId17"/>
    </p:embeddedFon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21"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Lato-bold.fntdata"/><Relationship Id="rId12" Type="http://schemas.openxmlformats.org/officeDocument/2006/relationships/font" Target="fonts/Lato-regular.fntdata"/><Relationship Id="rId15" Type="http://schemas.openxmlformats.org/officeDocument/2006/relationships/font" Target="fonts/Lato-boldItalic.fntdata"/><Relationship Id="rId14" Type="http://schemas.openxmlformats.org/officeDocument/2006/relationships/font" Target="fonts/Lato-italic.fntdata"/><Relationship Id="rId17" Type="http://schemas.openxmlformats.org/officeDocument/2006/relationships/font" Target="fonts/Alice-regular.fntdata"/><Relationship Id="rId16" Type="http://schemas.openxmlformats.org/officeDocument/2006/relationships/font" Target="fonts/BebasNeue-regular.fntdata"/><Relationship Id="rId19" Type="http://schemas.openxmlformats.org/officeDocument/2006/relationships/font" Target="fonts/RobotoMono-bold.fntdata"/><Relationship Id="rId18" Type="http://schemas.openxmlformats.org/officeDocument/2006/relationships/font" Target="fonts/RobotoMon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b6396006a3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b6396006a3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b6396006a3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b6396006a3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b6396006a3_0_1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b6396006a3_0_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b6396006a3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b6396006a3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6396006a3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b6396006a3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38625" y="1577750"/>
            <a:ext cx="3913500" cy="2533500"/>
          </a:xfrm>
          <a:prstGeom prst="rect">
            <a:avLst/>
          </a:prstGeom>
        </p:spPr>
        <p:txBody>
          <a:bodyPr anchorCtr="0" anchor="b" bIns="91425" lIns="91425" spcFirstLastPara="1" rIns="91425" wrap="square" tIns="91425">
            <a:noAutofit/>
          </a:bodyPr>
          <a:lstStyle>
            <a:lvl1pPr lvl="0">
              <a:lnSpc>
                <a:spcPct val="85000"/>
              </a:lnSpc>
              <a:spcBef>
                <a:spcPts val="0"/>
              </a:spcBef>
              <a:spcAft>
                <a:spcPts val="0"/>
              </a:spcAft>
              <a:buSzPts val="5200"/>
              <a:buNone/>
              <a:defRPr sz="5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966850" y="4189100"/>
            <a:ext cx="3785400" cy="419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ph idx="2" type="pic"/>
          </p:nvPr>
        </p:nvSpPr>
        <p:spPr>
          <a:xfrm>
            <a:off x="5150675" y="344550"/>
            <a:ext cx="3234600" cy="3644700"/>
          </a:xfrm>
          <a:prstGeom prst="rect">
            <a:avLst/>
          </a:prstGeom>
          <a:noFill/>
          <a:ln>
            <a:noFill/>
          </a:ln>
        </p:spPr>
      </p:sp>
      <p:sp>
        <p:nvSpPr>
          <p:cNvPr id="12" name="Google Shape;12;p2"/>
          <p:cNvSpPr/>
          <p:nvPr/>
        </p:nvSpPr>
        <p:spPr>
          <a:xfrm rot="-1065319">
            <a:off x="-697679" y="-1738820"/>
            <a:ext cx="6490793" cy="3063099"/>
          </a:xfrm>
          <a:custGeom>
            <a:rect b="b" l="l" r="r" t="t"/>
            <a:pathLst>
              <a:path extrusionOk="0" h="56390" w="119492">
                <a:moveTo>
                  <a:pt x="65575" y="0"/>
                </a:moveTo>
                <a:cubicBezTo>
                  <a:pt x="64754" y="0"/>
                  <a:pt x="63905" y="40"/>
                  <a:pt x="63026" y="123"/>
                </a:cubicBezTo>
                <a:cubicBezTo>
                  <a:pt x="50145" y="1343"/>
                  <a:pt x="36796" y="5611"/>
                  <a:pt x="24930" y="10668"/>
                </a:cubicBezTo>
                <a:cubicBezTo>
                  <a:pt x="20455" y="12574"/>
                  <a:pt x="14031" y="15445"/>
                  <a:pt x="11210" y="19692"/>
                </a:cubicBezTo>
                <a:cubicBezTo>
                  <a:pt x="7668" y="25026"/>
                  <a:pt x="1" y="43560"/>
                  <a:pt x="3256" y="43560"/>
                </a:cubicBezTo>
                <a:cubicBezTo>
                  <a:pt x="3425" y="43560"/>
                  <a:pt x="3624" y="43510"/>
                  <a:pt x="3854" y="43405"/>
                </a:cubicBezTo>
                <a:cubicBezTo>
                  <a:pt x="11456" y="39955"/>
                  <a:pt x="17470" y="37110"/>
                  <a:pt x="24180" y="37110"/>
                </a:cubicBezTo>
                <a:cubicBezTo>
                  <a:pt x="28803" y="37110"/>
                  <a:pt x="33757" y="38461"/>
                  <a:pt x="39788" y="41894"/>
                </a:cubicBezTo>
                <a:cubicBezTo>
                  <a:pt x="46705" y="45834"/>
                  <a:pt x="54247" y="52254"/>
                  <a:pt x="63852" y="54737"/>
                </a:cubicBezTo>
                <a:cubicBezTo>
                  <a:pt x="67473" y="55672"/>
                  <a:pt x="71634" y="56390"/>
                  <a:pt x="75608" y="56390"/>
                </a:cubicBezTo>
                <a:cubicBezTo>
                  <a:pt x="77554" y="56390"/>
                  <a:pt x="79454" y="56218"/>
                  <a:pt x="81225" y="55815"/>
                </a:cubicBezTo>
                <a:cubicBezTo>
                  <a:pt x="88348" y="54197"/>
                  <a:pt x="92246" y="51757"/>
                  <a:pt x="95678" y="46941"/>
                </a:cubicBezTo>
                <a:cubicBezTo>
                  <a:pt x="99027" y="42242"/>
                  <a:pt x="102148" y="35925"/>
                  <a:pt x="108750" y="35566"/>
                </a:cubicBezTo>
                <a:cubicBezTo>
                  <a:pt x="108871" y="35560"/>
                  <a:pt x="108994" y="35557"/>
                  <a:pt x="109119" y="35557"/>
                </a:cubicBezTo>
                <a:cubicBezTo>
                  <a:pt x="110952" y="35557"/>
                  <a:pt x="113131" y="36221"/>
                  <a:pt x="115004" y="36221"/>
                </a:cubicBezTo>
                <a:cubicBezTo>
                  <a:pt x="115398" y="36221"/>
                  <a:pt x="115779" y="36192"/>
                  <a:pt x="116140" y="36121"/>
                </a:cubicBezTo>
                <a:cubicBezTo>
                  <a:pt x="119492" y="35462"/>
                  <a:pt x="118502" y="36185"/>
                  <a:pt x="118116" y="33552"/>
                </a:cubicBezTo>
                <a:cubicBezTo>
                  <a:pt x="118104" y="33463"/>
                  <a:pt x="116727" y="30331"/>
                  <a:pt x="116489" y="29840"/>
                </a:cubicBezTo>
                <a:cubicBezTo>
                  <a:pt x="115605" y="28017"/>
                  <a:pt x="114595" y="26293"/>
                  <a:pt x="113622" y="24520"/>
                </a:cubicBezTo>
                <a:cubicBezTo>
                  <a:pt x="108843" y="15804"/>
                  <a:pt x="102271" y="14324"/>
                  <a:pt x="93334" y="11082"/>
                </a:cubicBezTo>
                <a:cubicBezTo>
                  <a:pt x="82939" y="7312"/>
                  <a:pt x="76759" y="0"/>
                  <a:pt x="65575"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1478729">
            <a:off x="-524097" y="2923475"/>
            <a:ext cx="911295" cy="848995"/>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rot="-7523726">
            <a:off x="450007" y="-190744"/>
            <a:ext cx="1366258" cy="1136223"/>
            <a:chOff x="5861250" y="3367000"/>
            <a:chExt cx="886875" cy="737475"/>
          </a:xfrm>
        </p:grpSpPr>
        <p:sp>
          <p:nvSpPr>
            <p:cNvPr id="15" name="Google Shape;15;p2"/>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rot="3056899">
            <a:off x="2978976" y="530081"/>
            <a:ext cx="430322" cy="479858"/>
            <a:chOff x="5355850" y="3148375"/>
            <a:chExt cx="128550" cy="143350"/>
          </a:xfrm>
        </p:grpSpPr>
        <p:sp>
          <p:nvSpPr>
            <p:cNvPr id="34" name="Google Shape;34;p2"/>
            <p:cNvSpPr/>
            <p:nvPr/>
          </p:nvSpPr>
          <p:spPr>
            <a:xfrm>
              <a:off x="5355850" y="3228125"/>
              <a:ext cx="72750" cy="63600"/>
            </a:xfrm>
            <a:custGeom>
              <a:rect b="b" l="l" r="r" t="t"/>
              <a:pathLst>
                <a:path extrusionOk="0" h="2544" w="2910">
                  <a:moveTo>
                    <a:pt x="1548" y="0"/>
                  </a:moveTo>
                  <a:cubicBezTo>
                    <a:pt x="1451" y="0"/>
                    <a:pt x="1351" y="12"/>
                    <a:pt x="1250" y="36"/>
                  </a:cubicBezTo>
                  <a:cubicBezTo>
                    <a:pt x="541" y="208"/>
                    <a:pt x="1" y="974"/>
                    <a:pt x="251" y="1699"/>
                  </a:cubicBezTo>
                  <a:cubicBezTo>
                    <a:pt x="336" y="1945"/>
                    <a:pt x="483" y="2120"/>
                    <a:pt x="668" y="2237"/>
                  </a:cubicBezTo>
                  <a:cubicBezTo>
                    <a:pt x="726" y="2302"/>
                    <a:pt x="795" y="2358"/>
                    <a:pt x="880" y="2397"/>
                  </a:cubicBezTo>
                  <a:cubicBezTo>
                    <a:pt x="1083" y="2490"/>
                    <a:pt x="1292" y="2544"/>
                    <a:pt x="1499" y="2544"/>
                  </a:cubicBezTo>
                  <a:cubicBezTo>
                    <a:pt x="1700" y="2544"/>
                    <a:pt x="1900" y="2493"/>
                    <a:pt x="2093" y="2378"/>
                  </a:cubicBezTo>
                  <a:cubicBezTo>
                    <a:pt x="2243" y="2290"/>
                    <a:pt x="2376" y="2170"/>
                    <a:pt x="2485" y="2030"/>
                  </a:cubicBezTo>
                  <a:cubicBezTo>
                    <a:pt x="2575" y="1945"/>
                    <a:pt x="2656" y="1851"/>
                    <a:pt x="2720" y="1746"/>
                  </a:cubicBezTo>
                  <a:cubicBezTo>
                    <a:pt x="2910" y="1436"/>
                    <a:pt x="2873" y="1047"/>
                    <a:pt x="2678" y="759"/>
                  </a:cubicBezTo>
                  <a:cubicBezTo>
                    <a:pt x="2495" y="316"/>
                    <a:pt x="2056" y="0"/>
                    <a:pt x="15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441225" y="3148375"/>
              <a:ext cx="43175" cy="42125"/>
            </a:xfrm>
            <a:custGeom>
              <a:rect b="b" l="l" r="r" t="t"/>
              <a:pathLst>
                <a:path extrusionOk="0" h="1685" w="1727">
                  <a:moveTo>
                    <a:pt x="864" y="0"/>
                  </a:moveTo>
                  <a:cubicBezTo>
                    <a:pt x="422" y="0"/>
                    <a:pt x="0" y="387"/>
                    <a:pt x="22" y="843"/>
                  </a:cubicBezTo>
                  <a:cubicBezTo>
                    <a:pt x="42" y="1298"/>
                    <a:pt x="392" y="1685"/>
                    <a:pt x="864" y="1685"/>
                  </a:cubicBezTo>
                  <a:cubicBezTo>
                    <a:pt x="1305" y="1685"/>
                    <a:pt x="1727" y="1296"/>
                    <a:pt x="1705" y="843"/>
                  </a:cubicBezTo>
                  <a:cubicBezTo>
                    <a:pt x="1685" y="386"/>
                    <a:pt x="1335" y="0"/>
                    <a:pt x="8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rot="-1478729">
            <a:off x="-511066" y="2798753"/>
            <a:ext cx="1022644" cy="1151768"/>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3"/>
          <p:cNvSpPr txBox="1"/>
          <p:nvPr>
            <p:ph type="title"/>
          </p:nvPr>
        </p:nvSpPr>
        <p:spPr>
          <a:xfrm>
            <a:off x="2290343" y="2287600"/>
            <a:ext cx="4563300" cy="10635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6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9" name="Google Shape;39;p3"/>
          <p:cNvSpPr txBox="1"/>
          <p:nvPr>
            <p:ph hasCustomPrompt="1" idx="2" type="title"/>
          </p:nvPr>
        </p:nvSpPr>
        <p:spPr>
          <a:xfrm>
            <a:off x="3313375" y="1262400"/>
            <a:ext cx="2314800" cy="102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0" name="Google Shape;40;p3"/>
          <p:cNvSpPr txBox="1"/>
          <p:nvPr>
            <p:ph idx="1" type="subTitle"/>
          </p:nvPr>
        </p:nvSpPr>
        <p:spPr>
          <a:xfrm>
            <a:off x="2290357" y="3351200"/>
            <a:ext cx="4563300" cy="42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 name="Google Shape;41;p3"/>
          <p:cNvSpPr/>
          <p:nvPr/>
        </p:nvSpPr>
        <p:spPr>
          <a:xfrm rot="10777266">
            <a:off x="1496827" y="-2698576"/>
            <a:ext cx="10866343" cy="4197422"/>
          </a:xfrm>
          <a:custGeom>
            <a:rect b="b" l="l" r="r" t="t"/>
            <a:pathLst>
              <a:path extrusionOk="0" h="122642" w="258948">
                <a:moveTo>
                  <a:pt x="142109" y="1"/>
                </a:moveTo>
                <a:cubicBezTo>
                  <a:pt x="140327" y="1"/>
                  <a:pt x="138487" y="86"/>
                  <a:pt x="136581" y="267"/>
                </a:cubicBezTo>
                <a:cubicBezTo>
                  <a:pt x="108666" y="2909"/>
                  <a:pt x="76033" y="6170"/>
                  <a:pt x="50317" y="17128"/>
                </a:cubicBezTo>
                <a:cubicBezTo>
                  <a:pt x="40620" y="21259"/>
                  <a:pt x="30403" y="33469"/>
                  <a:pt x="24291" y="42674"/>
                </a:cubicBezTo>
                <a:cubicBezTo>
                  <a:pt x="16616" y="54233"/>
                  <a:pt x="1" y="94397"/>
                  <a:pt x="7053" y="94397"/>
                </a:cubicBezTo>
                <a:cubicBezTo>
                  <a:pt x="7419" y="94397"/>
                  <a:pt x="7849" y="94288"/>
                  <a:pt x="8347" y="94062"/>
                </a:cubicBezTo>
                <a:cubicBezTo>
                  <a:pt x="22250" y="87754"/>
                  <a:pt x="31732" y="83903"/>
                  <a:pt x="41735" y="83903"/>
                </a:cubicBezTo>
                <a:cubicBezTo>
                  <a:pt x="51756" y="83903"/>
                  <a:pt x="62299" y="87767"/>
                  <a:pt x="78332" y="96895"/>
                </a:cubicBezTo>
                <a:cubicBezTo>
                  <a:pt x="93323" y="105431"/>
                  <a:pt x="108630" y="114614"/>
                  <a:pt x="129443" y="119992"/>
                </a:cubicBezTo>
                <a:cubicBezTo>
                  <a:pt x="136083" y="121708"/>
                  <a:pt x="146441" y="122641"/>
                  <a:pt x="156291" y="122641"/>
                </a:cubicBezTo>
                <a:cubicBezTo>
                  <a:pt x="163781" y="122641"/>
                  <a:pt x="170977" y="122101"/>
                  <a:pt x="176020" y="120956"/>
                </a:cubicBezTo>
                <a:cubicBezTo>
                  <a:pt x="191454" y="117448"/>
                  <a:pt x="199901" y="112161"/>
                  <a:pt x="207341" y="101722"/>
                </a:cubicBezTo>
                <a:cubicBezTo>
                  <a:pt x="214597" y="91540"/>
                  <a:pt x="221360" y="77850"/>
                  <a:pt x="235667" y="77074"/>
                </a:cubicBezTo>
                <a:cubicBezTo>
                  <a:pt x="235931" y="77060"/>
                  <a:pt x="236198" y="77053"/>
                  <a:pt x="236470" y="77053"/>
                </a:cubicBezTo>
                <a:cubicBezTo>
                  <a:pt x="240443" y="77053"/>
                  <a:pt x="245165" y="78494"/>
                  <a:pt x="249226" y="78494"/>
                </a:cubicBezTo>
                <a:cubicBezTo>
                  <a:pt x="250078" y="78494"/>
                  <a:pt x="250902" y="78431"/>
                  <a:pt x="251683" y="78277"/>
                </a:cubicBezTo>
                <a:cubicBezTo>
                  <a:pt x="258947" y="76849"/>
                  <a:pt x="256801" y="78415"/>
                  <a:pt x="255966" y="72709"/>
                </a:cubicBezTo>
                <a:cubicBezTo>
                  <a:pt x="255938" y="72517"/>
                  <a:pt x="252954" y="65729"/>
                  <a:pt x="252437" y="64665"/>
                </a:cubicBezTo>
                <a:cubicBezTo>
                  <a:pt x="250523" y="60715"/>
                  <a:pt x="254088" y="34016"/>
                  <a:pt x="251980" y="30173"/>
                </a:cubicBezTo>
                <a:cubicBezTo>
                  <a:pt x="248403" y="23651"/>
                  <a:pt x="243677" y="21737"/>
                  <a:pt x="238225" y="21737"/>
                </a:cubicBezTo>
                <a:cubicBezTo>
                  <a:pt x="230478" y="21737"/>
                  <a:pt x="221265" y="25600"/>
                  <a:pt x="211797" y="25600"/>
                </a:cubicBezTo>
                <a:cubicBezTo>
                  <a:pt x="208632" y="25600"/>
                  <a:pt x="205438" y="25168"/>
                  <a:pt x="202261" y="24016"/>
                </a:cubicBezTo>
                <a:cubicBezTo>
                  <a:pt x="179736" y="15846"/>
                  <a:pt x="166342" y="1"/>
                  <a:pt x="1421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rot="500943">
            <a:off x="-679939" y="3025587"/>
            <a:ext cx="10503901" cy="4644046"/>
          </a:xfrm>
          <a:custGeom>
            <a:rect b="b" l="l" r="r" t="t"/>
            <a:pathLst>
              <a:path extrusionOk="0" h="126405" w="246796">
                <a:moveTo>
                  <a:pt x="210293" y="0"/>
                </a:moveTo>
                <a:cubicBezTo>
                  <a:pt x="209022" y="0"/>
                  <a:pt x="207750" y="82"/>
                  <a:pt x="206484" y="250"/>
                </a:cubicBezTo>
                <a:cubicBezTo>
                  <a:pt x="192987" y="2045"/>
                  <a:pt x="181362" y="13493"/>
                  <a:pt x="179362" y="26962"/>
                </a:cubicBezTo>
                <a:cubicBezTo>
                  <a:pt x="178665" y="31648"/>
                  <a:pt x="179020" y="37416"/>
                  <a:pt x="176294" y="41526"/>
                </a:cubicBezTo>
                <a:cubicBezTo>
                  <a:pt x="173135" y="46289"/>
                  <a:pt x="166024" y="48211"/>
                  <a:pt x="160681" y="48369"/>
                </a:cubicBezTo>
                <a:cubicBezTo>
                  <a:pt x="160371" y="48378"/>
                  <a:pt x="160061" y="48383"/>
                  <a:pt x="159752" y="48383"/>
                </a:cubicBezTo>
                <a:cubicBezTo>
                  <a:pt x="153810" y="48383"/>
                  <a:pt x="147980" y="46738"/>
                  <a:pt x="142225" y="45208"/>
                </a:cubicBezTo>
                <a:cubicBezTo>
                  <a:pt x="137167" y="43865"/>
                  <a:pt x="131983" y="42593"/>
                  <a:pt x="126782" y="42593"/>
                </a:cubicBezTo>
                <a:cubicBezTo>
                  <a:pt x="125756" y="42593"/>
                  <a:pt x="124729" y="42642"/>
                  <a:pt x="123702" y="42751"/>
                </a:cubicBezTo>
                <a:cubicBezTo>
                  <a:pt x="114731" y="43697"/>
                  <a:pt x="107064" y="48878"/>
                  <a:pt x="98858" y="52149"/>
                </a:cubicBezTo>
                <a:cubicBezTo>
                  <a:pt x="94127" y="54035"/>
                  <a:pt x="89322" y="54988"/>
                  <a:pt x="84499" y="54988"/>
                </a:cubicBezTo>
                <a:cubicBezTo>
                  <a:pt x="80145" y="54988"/>
                  <a:pt x="75776" y="54211"/>
                  <a:pt x="71436" y="52639"/>
                </a:cubicBezTo>
                <a:cubicBezTo>
                  <a:pt x="64889" y="50269"/>
                  <a:pt x="58803" y="46781"/>
                  <a:pt x="52335" y="44204"/>
                </a:cubicBezTo>
                <a:cubicBezTo>
                  <a:pt x="43683" y="40758"/>
                  <a:pt x="34369" y="39017"/>
                  <a:pt x="25057" y="39017"/>
                </a:cubicBezTo>
                <a:cubicBezTo>
                  <a:pt x="18460" y="39017"/>
                  <a:pt x="11864" y="39891"/>
                  <a:pt x="5505" y="41651"/>
                </a:cubicBezTo>
                <a:cubicBezTo>
                  <a:pt x="3759" y="42135"/>
                  <a:pt x="1861" y="42817"/>
                  <a:pt x="1006" y="44416"/>
                </a:cubicBezTo>
                <a:cubicBezTo>
                  <a:pt x="1" y="46299"/>
                  <a:pt x="868" y="48598"/>
                  <a:pt x="1770" y="50533"/>
                </a:cubicBezTo>
                <a:cubicBezTo>
                  <a:pt x="11686" y="71796"/>
                  <a:pt x="25389" y="91287"/>
                  <a:pt x="42044" y="107811"/>
                </a:cubicBezTo>
                <a:cubicBezTo>
                  <a:pt x="47167" y="112892"/>
                  <a:pt x="52611" y="117731"/>
                  <a:pt x="58847" y="121363"/>
                </a:cubicBezTo>
                <a:cubicBezTo>
                  <a:pt x="61581" y="122957"/>
                  <a:pt x="67197" y="126405"/>
                  <a:pt x="71381" y="126405"/>
                </a:cubicBezTo>
                <a:cubicBezTo>
                  <a:pt x="73300" y="126405"/>
                  <a:pt x="74918" y="125680"/>
                  <a:pt x="75818" y="123718"/>
                </a:cubicBezTo>
                <a:cubicBezTo>
                  <a:pt x="77163" y="120794"/>
                  <a:pt x="76502" y="116599"/>
                  <a:pt x="76641" y="113499"/>
                </a:cubicBezTo>
                <a:cubicBezTo>
                  <a:pt x="76839" y="109072"/>
                  <a:pt x="77298" y="104648"/>
                  <a:pt x="78307" y="100328"/>
                </a:cubicBezTo>
                <a:cubicBezTo>
                  <a:pt x="80309" y="91769"/>
                  <a:pt x="84714" y="83443"/>
                  <a:pt x="91972" y="78485"/>
                </a:cubicBezTo>
                <a:cubicBezTo>
                  <a:pt x="95855" y="75834"/>
                  <a:pt x="100632" y="74358"/>
                  <a:pt x="105317" y="74358"/>
                </a:cubicBezTo>
                <a:cubicBezTo>
                  <a:pt x="109391" y="74358"/>
                  <a:pt x="113397" y="75475"/>
                  <a:pt x="116684" y="77907"/>
                </a:cubicBezTo>
                <a:cubicBezTo>
                  <a:pt x="122467" y="82185"/>
                  <a:pt x="125070" y="89410"/>
                  <a:pt x="128973" y="95452"/>
                </a:cubicBezTo>
                <a:cubicBezTo>
                  <a:pt x="137061" y="107971"/>
                  <a:pt x="151980" y="115410"/>
                  <a:pt x="166818" y="115410"/>
                </a:cubicBezTo>
                <a:cubicBezTo>
                  <a:pt x="171051" y="115410"/>
                  <a:pt x="175278" y="114805"/>
                  <a:pt x="179337" y="113539"/>
                </a:cubicBezTo>
                <a:cubicBezTo>
                  <a:pt x="190757" y="109980"/>
                  <a:pt x="200275" y="101429"/>
                  <a:pt x="205803" y="90908"/>
                </a:cubicBezTo>
                <a:cubicBezTo>
                  <a:pt x="208711" y="85373"/>
                  <a:pt x="209617" y="79910"/>
                  <a:pt x="210894" y="73913"/>
                </a:cubicBezTo>
                <a:cubicBezTo>
                  <a:pt x="212261" y="67504"/>
                  <a:pt x="217342" y="61008"/>
                  <a:pt x="220568" y="55215"/>
                </a:cubicBezTo>
                <a:cubicBezTo>
                  <a:pt x="223352" y="50217"/>
                  <a:pt x="226148" y="45200"/>
                  <a:pt x="229621" y="40654"/>
                </a:cubicBezTo>
                <a:cubicBezTo>
                  <a:pt x="233886" y="35071"/>
                  <a:pt x="246796" y="25572"/>
                  <a:pt x="239679" y="17207"/>
                </a:cubicBezTo>
                <a:lnTo>
                  <a:pt x="239679" y="17207"/>
                </a:lnTo>
                <a:lnTo>
                  <a:pt x="239641" y="18952"/>
                </a:lnTo>
                <a:cubicBezTo>
                  <a:pt x="234704" y="7644"/>
                  <a:pt x="222570" y="0"/>
                  <a:pt x="210293"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3"/>
          <p:cNvGrpSpPr/>
          <p:nvPr/>
        </p:nvGrpSpPr>
        <p:grpSpPr>
          <a:xfrm rot="-10543359">
            <a:off x="-449555" y="595115"/>
            <a:ext cx="1663533" cy="1383300"/>
            <a:chOff x="5861250" y="3367000"/>
            <a:chExt cx="886875" cy="737475"/>
          </a:xfrm>
        </p:grpSpPr>
        <p:sp>
          <p:nvSpPr>
            <p:cNvPr id="44" name="Google Shape;44;p3"/>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3"/>
          <p:cNvSpPr/>
          <p:nvPr/>
        </p:nvSpPr>
        <p:spPr>
          <a:xfrm flipH="1" rot="10800000">
            <a:off x="7489563" y="4181100"/>
            <a:ext cx="1348140" cy="854779"/>
          </a:xfrm>
          <a:custGeom>
            <a:rect b="b" l="l" r="r" t="t"/>
            <a:pathLst>
              <a:path extrusionOk="0" h="29613" w="46705">
                <a:moveTo>
                  <a:pt x="17962" y="0"/>
                </a:moveTo>
                <a:cubicBezTo>
                  <a:pt x="14983" y="0"/>
                  <a:pt x="12136" y="424"/>
                  <a:pt x="9650" y="1324"/>
                </a:cubicBezTo>
                <a:cubicBezTo>
                  <a:pt x="4406" y="3222"/>
                  <a:pt x="1303" y="6952"/>
                  <a:pt x="676" y="12113"/>
                </a:cubicBezTo>
                <a:cubicBezTo>
                  <a:pt x="0" y="17675"/>
                  <a:pt x="2943" y="22526"/>
                  <a:pt x="8960" y="25775"/>
                </a:cubicBezTo>
                <a:cubicBezTo>
                  <a:pt x="13691" y="28329"/>
                  <a:pt x="19708" y="29612"/>
                  <a:pt x="25244" y="29612"/>
                </a:cubicBezTo>
                <a:cubicBezTo>
                  <a:pt x="30592" y="29612"/>
                  <a:pt x="35493" y="28413"/>
                  <a:pt x="38345" y="26002"/>
                </a:cubicBezTo>
                <a:cubicBezTo>
                  <a:pt x="40789" y="23939"/>
                  <a:pt x="41508" y="21163"/>
                  <a:pt x="40427" y="17975"/>
                </a:cubicBezTo>
                <a:cubicBezTo>
                  <a:pt x="38004" y="10837"/>
                  <a:pt x="27935" y="7360"/>
                  <a:pt x="19609" y="7360"/>
                </a:cubicBezTo>
                <a:cubicBezTo>
                  <a:pt x="17351" y="7360"/>
                  <a:pt x="15221" y="7615"/>
                  <a:pt x="13407" y="8123"/>
                </a:cubicBezTo>
                <a:cubicBezTo>
                  <a:pt x="10678" y="8887"/>
                  <a:pt x="8610" y="10482"/>
                  <a:pt x="7735" y="12500"/>
                </a:cubicBezTo>
                <a:cubicBezTo>
                  <a:pt x="6968" y="14270"/>
                  <a:pt x="7123" y="16282"/>
                  <a:pt x="8182" y="18321"/>
                </a:cubicBezTo>
                <a:cubicBezTo>
                  <a:pt x="10484" y="22744"/>
                  <a:pt x="16743" y="25193"/>
                  <a:pt x="21833" y="26011"/>
                </a:cubicBezTo>
                <a:cubicBezTo>
                  <a:pt x="22583" y="26131"/>
                  <a:pt x="24558" y="26407"/>
                  <a:pt x="26852" y="26407"/>
                </a:cubicBezTo>
                <a:cubicBezTo>
                  <a:pt x="30287" y="26407"/>
                  <a:pt x="34437" y="25787"/>
                  <a:pt x="36264" y="23095"/>
                </a:cubicBezTo>
                <a:cubicBezTo>
                  <a:pt x="37079" y="21894"/>
                  <a:pt x="37323" y="20638"/>
                  <a:pt x="36989" y="19361"/>
                </a:cubicBezTo>
                <a:cubicBezTo>
                  <a:pt x="36204" y="16352"/>
                  <a:pt x="32487" y="14210"/>
                  <a:pt x="30926" y="13430"/>
                </a:cubicBezTo>
                <a:cubicBezTo>
                  <a:pt x="28134" y="12032"/>
                  <a:pt x="23847" y="10651"/>
                  <a:pt x="20055" y="10651"/>
                </a:cubicBezTo>
                <a:cubicBezTo>
                  <a:pt x="17958" y="10651"/>
                  <a:pt x="16012" y="11073"/>
                  <a:pt x="14553" y="12148"/>
                </a:cubicBezTo>
                <a:cubicBezTo>
                  <a:pt x="12618" y="13575"/>
                  <a:pt x="12291" y="15143"/>
                  <a:pt x="12356" y="16209"/>
                </a:cubicBezTo>
                <a:cubicBezTo>
                  <a:pt x="12470" y="18057"/>
                  <a:pt x="13846" y="19895"/>
                  <a:pt x="16034" y="21125"/>
                </a:cubicBezTo>
                <a:cubicBezTo>
                  <a:pt x="18100" y="22284"/>
                  <a:pt x="23607" y="23953"/>
                  <a:pt x="27449" y="23953"/>
                </a:cubicBezTo>
                <a:cubicBezTo>
                  <a:pt x="28630" y="23953"/>
                  <a:pt x="29654" y="23796"/>
                  <a:pt x="30372" y="23417"/>
                </a:cubicBezTo>
                <a:cubicBezTo>
                  <a:pt x="32152" y="22476"/>
                  <a:pt x="32539" y="21311"/>
                  <a:pt x="32549" y="20501"/>
                </a:cubicBezTo>
                <a:cubicBezTo>
                  <a:pt x="32574" y="18527"/>
                  <a:pt x="30539" y="16677"/>
                  <a:pt x="28787" y="15693"/>
                </a:cubicBezTo>
                <a:cubicBezTo>
                  <a:pt x="27561" y="15003"/>
                  <a:pt x="23308" y="13430"/>
                  <a:pt x="20017" y="13430"/>
                </a:cubicBezTo>
                <a:cubicBezTo>
                  <a:pt x="19229" y="13430"/>
                  <a:pt x="18496" y="13520"/>
                  <a:pt x="17873" y="13735"/>
                </a:cubicBezTo>
                <a:cubicBezTo>
                  <a:pt x="16999" y="14035"/>
                  <a:pt x="16403" y="14556"/>
                  <a:pt x="16099" y="15283"/>
                </a:cubicBezTo>
                <a:cubicBezTo>
                  <a:pt x="15816" y="15962"/>
                  <a:pt x="15792" y="17031"/>
                  <a:pt x="17289" y="18275"/>
                </a:cubicBezTo>
                <a:cubicBezTo>
                  <a:pt x="18956" y="19662"/>
                  <a:pt x="22099" y="20819"/>
                  <a:pt x="24252" y="20819"/>
                </a:cubicBezTo>
                <a:cubicBezTo>
                  <a:pt x="24937" y="20819"/>
                  <a:pt x="25522" y="20702"/>
                  <a:pt x="25926" y="20437"/>
                </a:cubicBezTo>
                <a:cubicBezTo>
                  <a:pt x="26257" y="20221"/>
                  <a:pt x="26767" y="19710"/>
                  <a:pt x="26477" y="18709"/>
                </a:cubicBezTo>
                <a:cubicBezTo>
                  <a:pt x="26260" y="17952"/>
                  <a:pt x="25342" y="17461"/>
                  <a:pt x="24623" y="17270"/>
                </a:cubicBezTo>
                <a:cubicBezTo>
                  <a:pt x="24332" y="17192"/>
                  <a:pt x="24055" y="17153"/>
                  <a:pt x="23801" y="17153"/>
                </a:cubicBezTo>
                <a:cubicBezTo>
                  <a:pt x="23326" y="17153"/>
                  <a:pt x="22928" y="17287"/>
                  <a:pt x="22658" y="17548"/>
                </a:cubicBezTo>
                <a:cubicBezTo>
                  <a:pt x="22470" y="17730"/>
                  <a:pt x="22465" y="18032"/>
                  <a:pt x="22648" y="18219"/>
                </a:cubicBezTo>
                <a:cubicBezTo>
                  <a:pt x="22741" y="18315"/>
                  <a:pt x="22865" y="18364"/>
                  <a:pt x="22989" y="18364"/>
                </a:cubicBezTo>
                <a:cubicBezTo>
                  <a:pt x="23108" y="18364"/>
                  <a:pt x="23227" y="18319"/>
                  <a:pt x="23319" y="18230"/>
                </a:cubicBezTo>
                <a:cubicBezTo>
                  <a:pt x="23395" y="18157"/>
                  <a:pt x="23564" y="18103"/>
                  <a:pt x="23804" y="18103"/>
                </a:cubicBezTo>
                <a:cubicBezTo>
                  <a:pt x="23966" y="18103"/>
                  <a:pt x="24159" y="18127"/>
                  <a:pt x="24378" y="18185"/>
                </a:cubicBezTo>
                <a:cubicBezTo>
                  <a:pt x="25031" y="18359"/>
                  <a:pt x="25494" y="18721"/>
                  <a:pt x="25566" y="18971"/>
                </a:cubicBezTo>
                <a:cubicBezTo>
                  <a:pt x="25704" y="19450"/>
                  <a:pt x="25511" y="19575"/>
                  <a:pt x="25408" y="19643"/>
                </a:cubicBezTo>
                <a:cubicBezTo>
                  <a:pt x="25173" y="19796"/>
                  <a:pt x="24787" y="19868"/>
                  <a:pt x="24305" y="19868"/>
                </a:cubicBezTo>
                <a:cubicBezTo>
                  <a:pt x="22566" y="19868"/>
                  <a:pt x="19572" y="18940"/>
                  <a:pt x="17896" y="17547"/>
                </a:cubicBezTo>
                <a:cubicBezTo>
                  <a:pt x="17315" y="17063"/>
                  <a:pt x="16685" y="16344"/>
                  <a:pt x="16975" y="15648"/>
                </a:cubicBezTo>
                <a:cubicBezTo>
                  <a:pt x="17172" y="15176"/>
                  <a:pt x="17567" y="14842"/>
                  <a:pt x="18181" y="14632"/>
                </a:cubicBezTo>
                <a:cubicBezTo>
                  <a:pt x="18694" y="14456"/>
                  <a:pt x="19315" y="14381"/>
                  <a:pt x="19994" y="14381"/>
                </a:cubicBezTo>
                <a:cubicBezTo>
                  <a:pt x="22970" y="14381"/>
                  <a:pt x="27081" y="15823"/>
                  <a:pt x="28323" y="16521"/>
                </a:cubicBezTo>
                <a:cubicBezTo>
                  <a:pt x="29915" y="17415"/>
                  <a:pt x="31620" y="19038"/>
                  <a:pt x="31601" y="20489"/>
                </a:cubicBezTo>
                <a:cubicBezTo>
                  <a:pt x="31590" y="21295"/>
                  <a:pt x="31027" y="21997"/>
                  <a:pt x="29930" y="22579"/>
                </a:cubicBezTo>
                <a:cubicBezTo>
                  <a:pt x="29341" y="22890"/>
                  <a:pt x="28483" y="23020"/>
                  <a:pt x="27476" y="23020"/>
                </a:cubicBezTo>
                <a:cubicBezTo>
                  <a:pt x="23883" y="23020"/>
                  <a:pt x="18394" y="21360"/>
                  <a:pt x="16500" y="20297"/>
                </a:cubicBezTo>
                <a:cubicBezTo>
                  <a:pt x="14621" y="19243"/>
                  <a:pt x="13395" y="17653"/>
                  <a:pt x="13304" y="16150"/>
                </a:cubicBezTo>
                <a:cubicBezTo>
                  <a:pt x="13230" y="14961"/>
                  <a:pt x="13857" y="13842"/>
                  <a:pt x="15117" y="12912"/>
                </a:cubicBezTo>
                <a:cubicBezTo>
                  <a:pt x="16392" y="11973"/>
                  <a:pt x="18130" y="11603"/>
                  <a:pt x="20024" y="11603"/>
                </a:cubicBezTo>
                <a:cubicBezTo>
                  <a:pt x="23668" y="11603"/>
                  <a:pt x="27890" y="12971"/>
                  <a:pt x="30502" y="14279"/>
                </a:cubicBezTo>
                <a:cubicBezTo>
                  <a:pt x="31630" y="14842"/>
                  <a:pt x="35365" y="16894"/>
                  <a:pt x="36073" y="19602"/>
                </a:cubicBezTo>
                <a:cubicBezTo>
                  <a:pt x="36337" y="20616"/>
                  <a:pt x="36144" y="21585"/>
                  <a:pt x="35480" y="22563"/>
                </a:cubicBezTo>
                <a:cubicBezTo>
                  <a:pt x="34020" y="24715"/>
                  <a:pt x="30475" y="25468"/>
                  <a:pt x="26805" y="25468"/>
                </a:cubicBezTo>
                <a:cubicBezTo>
                  <a:pt x="25165" y="25468"/>
                  <a:pt x="23500" y="25318"/>
                  <a:pt x="21985" y="25075"/>
                </a:cubicBezTo>
                <a:cubicBezTo>
                  <a:pt x="17122" y="24294"/>
                  <a:pt x="11163" y="21995"/>
                  <a:pt x="9025" y="17883"/>
                </a:cubicBezTo>
                <a:cubicBezTo>
                  <a:pt x="8101" y="16107"/>
                  <a:pt x="7957" y="14377"/>
                  <a:pt x="8606" y="12877"/>
                </a:cubicBezTo>
                <a:cubicBezTo>
                  <a:pt x="9367" y="11124"/>
                  <a:pt x="11210" y="9725"/>
                  <a:pt x="13664" y="9037"/>
                </a:cubicBezTo>
                <a:cubicBezTo>
                  <a:pt x="15380" y="8557"/>
                  <a:pt x="17389" y="8319"/>
                  <a:pt x="19517" y="8319"/>
                </a:cubicBezTo>
                <a:cubicBezTo>
                  <a:pt x="27552" y="8319"/>
                  <a:pt x="37299" y="11712"/>
                  <a:pt x="39530" y="18282"/>
                </a:cubicBezTo>
                <a:cubicBezTo>
                  <a:pt x="40489" y="21108"/>
                  <a:pt x="39885" y="23462"/>
                  <a:pt x="37733" y="25278"/>
                </a:cubicBezTo>
                <a:cubicBezTo>
                  <a:pt x="35083" y="27519"/>
                  <a:pt x="30402" y="28630"/>
                  <a:pt x="25274" y="28630"/>
                </a:cubicBezTo>
                <a:cubicBezTo>
                  <a:pt x="19862" y="28630"/>
                  <a:pt x="13954" y="27392"/>
                  <a:pt x="9412" y="24940"/>
                </a:cubicBezTo>
                <a:cubicBezTo>
                  <a:pt x="5413" y="22783"/>
                  <a:pt x="818" y="18824"/>
                  <a:pt x="1618" y="12229"/>
                </a:cubicBezTo>
                <a:cubicBezTo>
                  <a:pt x="2352" y="6187"/>
                  <a:pt x="6566" y="3449"/>
                  <a:pt x="9972" y="2216"/>
                </a:cubicBezTo>
                <a:cubicBezTo>
                  <a:pt x="12375" y="1347"/>
                  <a:pt x="15126" y="936"/>
                  <a:pt x="18006" y="936"/>
                </a:cubicBezTo>
                <a:cubicBezTo>
                  <a:pt x="25801" y="936"/>
                  <a:pt x="34543" y="3941"/>
                  <a:pt x="39878" y="8966"/>
                </a:cubicBezTo>
                <a:cubicBezTo>
                  <a:pt x="42883" y="11796"/>
                  <a:pt x="46076" y="16489"/>
                  <a:pt x="44216" y="22781"/>
                </a:cubicBezTo>
                <a:cubicBezTo>
                  <a:pt x="44142" y="23033"/>
                  <a:pt x="44286" y="23297"/>
                  <a:pt x="44536" y="23372"/>
                </a:cubicBezTo>
                <a:cubicBezTo>
                  <a:pt x="44580" y="23385"/>
                  <a:pt x="44625" y="23391"/>
                  <a:pt x="44670" y="23391"/>
                </a:cubicBezTo>
                <a:cubicBezTo>
                  <a:pt x="44875" y="23391"/>
                  <a:pt x="45064" y="23257"/>
                  <a:pt x="45125" y="23050"/>
                </a:cubicBezTo>
                <a:cubicBezTo>
                  <a:pt x="46704" y="17703"/>
                  <a:pt x="45116" y="12596"/>
                  <a:pt x="40529" y="8275"/>
                </a:cubicBezTo>
                <a:cubicBezTo>
                  <a:pt x="35028" y="3095"/>
                  <a:pt x="26010" y="0"/>
                  <a:pt x="179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flipH="1">
            <a:off x="3502061" y="-569003"/>
            <a:ext cx="1447271" cy="854763"/>
          </a:xfrm>
          <a:custGeom>
            <a:rect b="b" l="l" r="r" t="t"/>
            <a:pathLst>
              <a:path extrusionOk="0" h="29615" w="46705">
                <a:moveTo>
                  <a:pt x="17961" y="1"/>
                </a:moveTo>
                <a:cubicBezTo>
                  <a:pt x="14981" y="1"/>
                  <a:pt x="12135" y="425"/>
                  <a:pt x="9649" y="1325"/>
                </a:cubicBezTo>
                <a:cubicBezTo>
                  <a:pt x="4405" y="3223"/>
                  <a:pt x="1302" y="6955"/>
                  <a:pt x="675" y="12116"/>
                </a:cubicBezTo>
                <a:cubicBezTo>
                  <a:pt x="1" y="17676"/>
                  <a:pt x="2942" y="22527"/>
                  <a:pt x="8960" y="25776"/>
                </a:cubicBezTo>
                <a:cubicBezTo>
                  <a:pt x="13690" y="28330"/>
                  <a:pt x="19706" y="29615"/>
                  <a:pt x="25243" y="29615"/>
                </a:cubicBezTo>
                <a:cubicBezTo>
                  <a:pt x="30593" y="29615"/>
                  <a:pt x="35494" y="28415"/>
                  <a:pt x="38346" y="26005"/>
                </a:cubicBezTo>
                <a:cubicBezTo>
                  <a:pt x="40790" y="23941"/>
                  <a:pt x="41509" y="21165"/>
                  <a:pt x="40428" y="17979"/>
                </a:cubicBezTo>
                <a:cubicBezTo>
                  <a:pt x="38003" y="10839"/>
                  <a:pt x="27935" y="7362"/>
                  <a:pt x="19610" y="7362"/>
                </a:cubicBezTo>
                <a:cubicBezTo>
                  <a:pt x="17352" y="7362"/>
                  <a:pt x="15222" y="7618"/>
                  <a:pt x="13408" y="8126"/>
                </a:cubicBezTo>
                <a:cubicBezTo>
                  <a:pt x="10677" y="8890"/>
                  <a:pt x="8610" y="10484"/>
                  <a:pt x="7736" y="12501"/>
                </a:cubicBezTo>
                <a:cubicBezTo>
                  <a:pt x="6969" y="14273"/>
                  <a:pt x="7124" y="16285"/>
                  <a:pt x="8183" y="18323"/>
                </a:cubicBezTo>
                <a:cubicBezTo>
                  <a:pt x="10485" y="22747"/>
                  <a:pt x="16744" y="25196"/>
                  <a:pt x="21833" y="26013"/>
                </a:cubicBezTo>
                <a:cubicBezTo>
                  <a:pt x="22585" y="26133"/>
                  <a:pt x="24559" y="26410"/>
                  <a:pt x="26853" y="26410"/>
                </a:cubicBezTo>
                <a:cubicBezTo>
                  <a:pt x="30288" y="26410"/>
                  <a:pt x="34438" y="25790"/>
                  <a:pt x="36264" y="23097"/>
                </a:cubicBezTo>
                <a:cubicBezTo>
                  <a:pt x="37080" y="21896"/>
                  <a:pt x="37323" y="20640"/>
                  <a:pt x="36990" y="19364"/>
                </a:cubicBezTo>
                <a:cubicBezTo>
                  <a:pt x="36204" y="16353"/>
                  <a:pt x="32488" y="14211"/>
                  <a:pt x="30926" y="13430"/>
                </a:cubicBezTo>
                <a:cubicBezTo>
                  <a:pt x="28133" y="12034"/>
                  <a:pt x="23846" y="10652"/>
                  <a:pt x="20054" y="10652"/>
                </a:cubicBezTo>
                <a:cubicBezTo>
                  <a:pt x="17957" y="10652"/>
                  <a:pt x="16012" y="11074"/>
                  <a:pt x="14554" y="12149"/>
                </a:cubicBezTo>
                <a:cubicBezTo>
                  <a:pt x="12619" y="13576"/>
                  <a:pt x="12290" y="15145"/>
                  <a:pt x="12357" y="16209"/>
                </a:cubicBezTo>
                <a:cubicBezTo>
                  <a:pt x="12470" y="18059"/>
                  <a:pt x="13846" y="19896"/>
                  <a:pt x="16035" y="21125"/>
                </a:cubicBezTo>
                <a:cubicBezTo>
                  <a:pt x="18100" y="22285"/>
                  <a:pt x="23607" y="23955"/>
                  <a:pt x="27448" y="23955"/>
                </a:cubicBezTo>
                <a:cubicBezTo>
                  <a:pt x="28629" y="23955"/>
                  <a:pt x="29653" y="23797"/>
                  <a:pt x="30371" y="23417"/>
                </a:cubicBezTo>
                <a:cubicBezTo>
                  <a:pt x="32152" y="22478"/>
                  <a:pt x="32538" y="21314"/>
                  <a:pt x="32549" y="20502"/>
                </a:cubicBezTo>
                <a:cubicBezTo>
                  <a:pt x="32574" y="18528"/>
                  <a:pt x="30539" y="16678"/>
                  <a:pt x="28788" y="15694"/>
                </a:cubicBezTo>
                <a:cubicBezTo>
                  <a:pt x="27562" y="15005"/>
                  <a:pt x="23306" y="13431"/>
                  <a:pt x="20015" y="13431"/>
                </a:cubicBezTo>
                <a:cubicBezTo>
                  <a:pt x="19227" y="13431"/>
                  <a:pt x="18494" y="13521"/>
                  <a:pt x="17871" y="13736"/>
                </a:cubicBezTo>
                <a:cubicBezTo>
                  <a:pt x="16999" y="14038"/>
                  <a:pt x="16404" y="14558"/>
                  <a:pt x="16100" y="15285"/>
                </a:cubicBezTo>
                <a:cubicBezTo>
                  <a:pt x="15816" y="15963"/>
                  <a:pt x="15793" y="17032"/>
                  <a:pt x="17289" y="18276"/>
                </a:cubicBezTo>
                <a:cubicBezTo>
                  <a:pt x="18957" y="19663"/>
                  <a:pt x="22099" y="20821"/>
                  <a:pt x="24251" y="20821"/>
                </a:cubicBezTo>
                <a:cubicBezTo>
                  <a:pt x="24937" y="20821"/>
                  <a:pt x="25522" y="20703"/>
                  <a:pt x="25927" y="20438"/>
                </a:cubicBezTo>
                <a:cubicBezTo>
                  <a:pt x="26255" y="20223"/>
                  <a:pt x="26766" y="19711"/>
                  <a:pt x="26477" y="18710"/>
                </a:cubicBezTo>
                <a:cubicBezTo>
                  <a:pt x="26259" y="17954"/>
                  <a:pt x="25341" y="17462"/>
                  <a:pt x="24622" y="17270"/>
                </a:cubicBezTo>
                <a:cubicBezTo>
                  <a:pt x="24333" y="17193"/>
                  <a:pt x="24057" y="17155"/>
                  <a:pt x="23804" y="17155"/>
                </a:cubicBezTo>
                <a:cubicBezTo>
                  <a:pt x="23327" y="17155"/>
                  <a:pt x="22929" y="17289"/>
                  <a:pt x="22659" y="17551"/>
                </a:cubicBezTo>
                <a:cubicBezTo>
                  <a:pt x="22471" y="17732"/>
                  <a:pt x="22466" y="18033"/>
                  <a:pt x="22647" y="18221"/>
                </a:cubicBezTo>
                <a:cubicBezTo>
                  <a:pt x="22741" y="18317"/>
                  <a:pt x="22865" y="18366"/>
                  <a:pt x="22989" y="18366"/>
                </a:cubicBezTo>
                <a:cubicBezTo>
                  <a:pt x="23108" y="18366"/>
                  <a:pt x="23227" y="18321"/>
                  <a:pt x="23320" y="18231"/>
                </a:cubicBezTo>
                <a:cubicBezTo>
                  <a:pt x="23395" y="18158"/>
                  <a:pt x="23563" y="18104"/>
                  <a:pt x="23803" y="18104"/>
                </a:cubicBezTo>
                <a:cubicBezTo>
                  <a:pt x="23964" y="18104"/>
                  <a:pt x="24159" y="18129"/>
                  <a:pt x="24379" y="18188"/>
                </a:cubicBezTo>
                <a:cubicBezTo>
                  <a:pt x="25029" y="18361"/>
                  <a:pt x="25493" y="18723"/>
                  <a:pt x="25567" y="18974"/>
                </a:cubicBezTo>
                <a:cubicBezTo>
                  <a:pt x="25703" y="19451"/>
                  <a:pt x="25511" y="19577"/>
                  <a:pt x="25408" y="19644"/>
                </a:cubicBezTo>
                <a:cubicBezTo>
                  <a:pt x="25174" y="19797"/>
                  <a:pt x="24787" y="19869"/>
                  <a:pt x="24304" y="19869"/>
                </a:cubicBezTo>
                <a:cubicBezTo>
                  <a:pt x="22565" y="19869"/>
                  <a:pt x="19572" y="18941"/>
                  <a:pt x="17895" y="17547"/>
                </a:cubicBezTo>
                <a:cubicBezTo>
                  <a:pt x="17316" y="17065"/>
                  <a:pt x="16685" y="16345"/>
                  <a:pt x="16974" y="15651"/>
                </a:cubicBezTo>
                <a:cubicBezTo>
                  <a:pt x="17173" y="15177"/>
                  <a:pt x="17566" y="14845"/>
                  <a:pt x="18180" y="14633"/>
                </a:cubicBezTo>
                <a:cubicBezTo>
                  <a:pt x="18693" y="14456"/>
                  <a:pt x="19314" y="14381"/>
                  <a:pt x="19994" y="14381"/>
                </a:cubicBezTo>
                <a:cubicBezTo>
                  <a:pt x="22969" y="14381"/>
                  <a:pt x="27081" y="15824"/>
                  <a:pt x="28322" y="16521"/>
                </a:cubicBezTo>
                <a:cubicBezTo>
                  <a:pt x="29915" y="17416"/>
                  <a:pt x="31620" y="19040"/>
                  <a:pt x="31600" y="20490"/>
                </a:cubicBezTo>
                <a:cubicBezTo>
                  <a:pt x="31590" y="21296"/>
                  <a:pt x="31028" y="22000"/>
                  <a:pt x="29929" y="22580"/>
                </a:cubicBezTo>
                <a:cubicBezTo>
                  <a:pt x="29340" y="22891"/>
                  <a:pt x="28482" y="23021"/>
                  <a:pt x="27475" y="23021"/>
                </a:cubicBezTo>
                <a:cubicBezTo>
                  <a:pt x="23882" y="23021"/>
                  <a:pt x="18393" y="21362"/>
                  <a:pt x="16500" y="20298"/>
                </a:cubicBezTo>
                <a:cubicBezTo>
                  <a:pt x="14620" y="19244"/>
                  <a:pt x="13396" y="17654"/>
                  <a:pt x="13303" y="16151"/>
                </a:cubicBezTo>
                <a:cubicBezTo>
                  <a:pt x="13229" y="14962"/>
                  <a:pt x="13856" y="13842"/>
                  <a:pt x="15117" y="12913"/>
                </a:cubicBezTo>
                <a:cubicBezTo>
                  <a:pt x="16392" y="11974"/>
                  <a:pt x="18130" y="11604"/>
                  <a:pt x="20024" y="11604"/>
                </a:cubicBezTo>
                <a:cubicBezTo>
                  <a:pt x="23668" y="11604"/>
                  <a:pt x="27890" y="12972"/>
                  <a:pt x="30503" y="14279"/>
                </a:cubicBezTo>
                <a:cubicBezTo>
                  <a:pt x="31630" y="14843"/>
                  <a:pt x="35365" y="16895"/>
                  <a:pt x="36072" y="19604"/>
                </a:cubicBezTo>
                <a:cubicBezTo>
                  <a:pt x="36338" y="20618"/>
                  <a:pt x="36144" y="21586"/>
                  <a:pt x="35480" y="22565"/>
                </a:cubicBezTo>
                <a:cubicBezTo>
                  <a:pt x="34021" y="24716"/>
                  <a:pt x="30475" y="25469"/>
                  <a:pt x="26805" y="25469"/>
                </a:cubicBezTo>
                <a:cubicBezTo>
                  <a:pt x="25164" y="25469"/>
                  <a:pt x="23499" y="25319"/>
                  <a:pt x="21983" y="25076"/>
                </a:cubicBezTo>
                <a:cubicBezTo>
                  <a:pt x="17121" y="24295"/>
                  <a:pt x="11164" y="21996"/>
                  <a:pt x="9025" y="17884"/>
                </a:cubicBezTo>
                <a:cubicBezTo>
                  <a:pt x="8101" y="16109"/>
                  <a:pt x="7956" y="14378"/>
                  <a:pt x="8607" y="12880"/>
                </a:cubicBezTo>
                <a:cubicBezTo>
                  <a:pt x="9366" y="11125"/>
                  <a:pt x="11209" y="9725"/>
                  <a:pt x="13663" y="9038"/>
                </a:cubicBezTo>
                <a:cubicBezTo>
                  <a:pt x="15380" y="8558"/>
                  <a:pt x="17388" y="8320"/>
                  <a:pt x="19517" y="8320"/>
                </a:cubicBezTo>
                <a:cubicBezTo>
                  <a:pt x="27552" y="8320"/>
                  <a:pt x="37299" y="11713"/>
                  <a:pt x="39529" y="18283"/>
                </a:cubicBezTo>
                <a:cubicBezTo>
                  <a:pt x="40488" y="21109"/>
                  <a:pt x="39884" y="23462"/>
                  <a:pt x="37734" y="25281"/>
                </a:cubicBezTo>
                <a:cubicBezTo>
                  <a:pt x="35083" y="27521"/>
                  <a:pt x="30401" y="28631"/>
                  <a:pt x="25274" y="28631"/>
                </a:cubicBezTo>
                <a:cubicBezTo>
                  <a:pt x="19861" y="28631"/>
                  <a:pt x="13953" y="27394"/>
                  <a:pt x="9411" y="24942"/>
                </a:cubicBezTo>
                <a:cubicBezTo>
                  <a:pt x="5412" y="22784"/>
                  <a:pt x="817" y="18825"/>
                  <a:pt x="1617" y="12229"/>
                </a:cubicBezTo>
                <a:cubicBezTo>
                  <a:pt x="2351" y="6187"/>
                  <a:pt x="6565" y="3450"/>
                  <a:pt x="9971" y="2217"/>
                </a:cubicBezTo>
                <a:cubicBezTo>
                  <a:pt x="12373" y="1348"/>
                  <a:pt x="15124" y="938"/>
                  <a:pt x="18004" y="938"/>
                </a:cubicBezTo>
                <a:cubicBezTo>
                  <a:pt x="25800" y="938"/>
                  <a:pt x="34542" y="3942"/>
                  <a:pt x="39877" y="8966"/>
                </a:cubicBezTo>
                <a:cubicBezTo>
                  <a:pt x="42882" y="11797"/>
                  <a:pt x="46074" y="16491"/>
                  <a:pt x="44214" y="22784"/>
                </a:cubicBezTo>
                <a:cubicBezTo>
                  <a:pt x="44141" y="23034"/>
                  <a:pt x="44285" y="23297"/>
                  <a:pt x="44535" y="23372"/>
                </a:cubicBezTo>
                <a:cubicBezTo>
                  <a:pt x="44579" y="23385"/>
                  <a:pt x="44624" y="23392"/>
                  <a:pt x="44668" y="23392"/>
                </a:cubicBezTo>
                <a:cubicBezTo>
                  <a:pt x="44873" y="23392"/>
                  <a:pt x="45063" y="23258"/>
                  <a:pt x="45124" y="23052"/>
                </a:cubicBezTo>
                <a:cubicBezTo>
                  <a:pt x="46705" y="17706"/>
                  <a:pt x="45115" y="12596"/>
                  <a:pt x="40528" y="8278"/>
                </a:cubicBezTo>
                <a:cubicBezTo>
                  <a:pt x="35026" y="3096"/>
                  <a:pt x="26008" y="1"/>
                  <a:pt x="179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3"/>
          <p:cNvGrpSpPr/>
          <p:nvPr/>
        </p:nvGrpSpPr>
        <p:grpSpPr>
          <a:xfrm rot="-1116242">
            <a:off x="5525206" y="829414"/>
            <a:ext cx="205966" cy="266129"/>
            <a:chOff x="2319300" y="2223950"/>
            <a:chExt cx="118650" cy="157025"/>
          </a:xfrm>
        </p:grpSpPr>
        <p:sp>
          <p:nvSpPr>
            <p:cNvPr id="65" name="Google Shape;65;p3"/>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4370930" y="4785585"/>
            <a:ext cx="475313" cy="216991"/>
            <a:chOff x="5915750" y="2013050"/>
            <a:chExt cx="307050" cy="140175"/>
          </a:xfrm>
        </p:grpSpPr>
        <p:sp>
          <p:nvSpPr>
            <p:cNvPr id="68" name="Google Shape;68;p3"/>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rot="-2673113">
            <a:off x="6124343" y="4647305"/>
            <a:ext cx="205960" cy="266127"/>
            <a:chOff x="2319300" y="2223950"/>
            <a:chExt cx="118650" cy="157025"/>
          </a:xfrm>
        </p:grpSpPr>
        <p:sp>
          <p:nvSpPr>
            <p:cNvPr id="72" name="Google Shape;72;p3"/>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 name="Google Shape;74;p3"/>
          <p:cNvSpPr/>
          <p:nvPr/>
        </p:nvSpPr>
        <p:spPr>
          <a:xfrm rot="-6350585">
            <a:off x="934658" y="3918517"/>
            <a:ext cx="1022636" cy="1151759"/>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rot="7899845">
            <a:off x="7071537" y="-89062"/>
            <a:ext cx="1074596" cy="378999"/>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rot="7104489">
            <a:off x="7427503" y="32996"/>
            <a:ext cx="1472243" cy="519224"/>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 name="Shape 77"/>
        <p:cNvGrpSpPr/>
        <p:nvPr/>
      </p:nvGrpSpPr>
      <p:grpSpPr>
        <a:xfrm>
          <a:off x="0" y="0"/>
          <a:ext cx="0" cy="0"/>
          <a:chOff x="0" y="0"/>
          <a:chExt cx="0" cy="0"/>
        </a:xfrm>
      </p:grpSpPr>
      <p:sp>
        <p:nvSpPr>
          <p:cNvPr id="78" name="Google Shape;7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80" name="Google Shape;80;p4"/>
          <p:cNvSpPr/>
          <p:nvPr/>
        </p:nvSpPr>
        <p:spPr>
          <a:xfrm flipH="1" rot="-4816202">
            <a:off x="6207238" y="-878504"/>
            <a:ext cx="4443320" cy="4406908"/>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rot="7754534">
            <a:off x="5641730" y="3608582"/>
            <a:ext cx="4653618" cy="4490175"/>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4"/>
          <p:cNvGrpSpPr/>
          <p:nvPr/>
        </p:nvGrpSpPr>
        <p:grpSpPr>
          <a:xfrm>
            <a:off x="8428905" y="4351885"/>
            <a:ext cx="475313" cy="216991"/>
            <a:chOff x="5915750" y="2013050"/>
            <a:chExt cx="307050" cy="140175"/>
          </a:xfrm>
        </p:grpSpPr>
        <p:sp>
          <p:nvSpPr>
            <p:cNvPr id="83" name="Google Shape;83;p4"/>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4"/>
          <p:cNvSpPr/>
          <p:nvPr/>
        </p:nvSpPr>
        <p:spPr>
          <a:xfrm rot="8100000">
            <a:off x="8405521" y="541882"/>
            <a:ext cx="1074583" cy="378995"/>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4"/>
          <p:cNvGrpSpPr/>
          <p:nvPr/>
        </p:nvGrpSpPr>
        <p:grpSpPr>
          <a:xfrm rot="5400000">
            <a:off x="7201403" y="4539015"/>
            <a:ext cx="1236038" cy="1027819"/>
            <a:chOff x="5861250" y="3367000"/>
            <a:chExt cx="886875" cy="737475"/>
          </a:xfrm>
        </p:grpSpPr>
        <p:sp>
          <p:nvSpPr>
            <p:cNvPr id="88" name="Google Shape;88;p4"/>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4"/>
          <p:cNvSpPr/>
          <p:nvPr/>
        </p:nvSpPr>
        <p:spPr>
          <a:xfrm rot="-8921951">
            <a:off x="-532233" y="349924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1290763" y="3329075"/>
            <a:ext cx="2907600" cy="513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9" name="Google Shape;109;p5"/>
          <p:cNvSpPr txBox="1"/>
          <p:nvPr>
            <p:ph idx="2" type="subTitle"/>
          </p:nvPr>
        </p:nvSpPr>
        <p:spPr>
          <a:xfrm>
            <a:off x="4982913" y="3329075"/>
            <a:ext cx="2907600" cy="513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0" name="Google Shape;110;p5"/>
          <p:cNvSpPr txBox="1"/>
          <p:nvPr>
            <p:ph idx="3" type="subTitle"/>
          </p:nvPr>
        </p:nvSpPr>
        <p:spPr>
          <a:xfrm>
            <a:off x="1290763" y="3842200"/>
            <a:ext cx="2907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5"/>
          <p:cNvSpPr txBox="1"/>
          <p:nvPr>
            <p:ph idx="4" type="subTitle"/>
          </p:nvPr>
        </p:nvSpPr>
        <p:spPr>
          <a:xfrm>
            <a:off x="4982913" y="3842200"/>
            <a:ext cx="2907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 name="Google Shape;11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3" name="Google Shape;113;p5"/>
          <p:cNvSpPr/>
          <p:nvPr>
            <p:ph idx="5" type="pic"/>
          </p:nvPr>
        </p:nvSpPr>
        <p:spPr>
          <a:xfrm>
            <a:off x="1712862" y="1540025"/>
            <a:ext cx="2063400" cy="1789200"/>
          </a:xfrm>
          <a:prstGeom prst="rect">
            <a:avLst/>
          </a:prstGeom>
          <a:noFill/>
          <a:ln>
            <a:noFill/>
          </a:ln>
        </p:spPr>
      </p:sp>
      <p:sp>
        <p:nvSpPr>
          <p:cNvPr id="114" name="Google Shape;114;p5"/>
          <p:cNvSpPr/>
          <p:nvPr>
            <p:ph idx="6" type="pic"/>
          </p:nvPr>
        </p:nvSpPr>
        <p:spPr>
          <a:xfrm>
            <a:off x="5405012" y="1472225"/>
            <a:ext cx="2063400" cy="1789200"/>
          </a:xfrm>
          <a:prstGeom prst="rect">
            <a:avLst/>
          </a:prstGeom>
          <a:noFill/>
          <a:ln>
            <a:noFill/>
          </a:ln>
        </p:spPr>
      </p:sp>
      <p:sp>
        <p:nvSpPr>
          <p:cNvPr id="115" name="Google Shape;115;p5"/>
          <p:cNvSpPr/>
          <p:nvPr/>
        </p:nvSpPr>
        <p:spPr>
          <a:xfrm flipH="1" rot="1584846">
            <a:off x="-2378046" y="2874892"/>
            <a:ext cx="6186291" cy="3168489"/>
          </a:xfrm>
          <a:custGeom>
            <a:rect b="b" l="l" r="r" t="t"/>
            <a:pathLst>
              <a:path extrusionOk="0" h="58329" w="113884">
                <a:moveTo>
                  <a:pt x="97040" y="0"/>
                </a:moveTo>
                <a:cubicBezTo>
                  <a:pt x="96453" y="0"/>
                  <a:pt x="95866" y="38"/>
                  <a:pt x="95282" y="115"/>
                </a:cubicBezTo>
                <a:cubicBezTo>
                  <a:pt x="89054" y="943"/>
                  <a:pt x="83689" y="6226"/>
                  <a:pt x="82767" y="12441"/>
                </a:cubicBezTo>
                <a:cubicBezTo>
                  <a:pt x="82444" y="14603"/>
                  <a:pt x="82608" y="17265"/>
                  <a:pt x="81350" y="19161"/>
                </a:cubicBezTo>
                <a:cubicBezTo>
                  <a:pt x="79893" y="21359"/>
                  <a:pt x="76612" y="22246"/>
                  <a:pt x="74146" y="22319"/>
                </a:cubicBezTo>
                <a:cubicBezTo>
                  <a:pt x="74002" y="22323"/>
                  <a:pt x="73859" y="22325"/>
                  <a:pt x="73715" y="22325"/>
                </a:cubicBezTo>
                <a:cubicBezTo>
                  <a:pt x="70975" y="22325"/>
                  <a:pt x="68285" y="21566"/>
                  <a:pt x="65629" y="20860"/>
                </a:cubicBezTo>
                <a:cubicBezTo>
                  <a:pt x="63296" y="20240"/>
                  <a:pt x="60902" y="19653"/>
                  <a:pt x="58502" y="19653"/>
                </a:cubicBezTo>
                <a:cubicBezTo>
                  <a:pt x="58029" y="19653"/>
                  <a:pt x="57555" y="19676"/>
                  <a:pt x="57082" y="19726"/>
                </a:cubicBezTo>
                <a:cubicBezTo>
                  <a:pt x="52943" y="20163"/>
                  <a:pt x="49404" y="22554"/>
                  <a:pt x="45618" y="24063"/>
                </a:cubicBezTo>
                <a:cubicBezTo>
                  <a:pt x="43435" y="24933"/>
                  <a:pt x="41218" y="25373"/>
                  <a:pt x="38993" y="25373"/>
                </a:cubicBezTo>
                <a:cubicBezTo>
                  <a:pt x="36983" y="25373"/>
                  <a:pt x="34967" y="25014"/>
                  <a:pt x="32964" y="24289"/>
                </a:cubicBezTo>
                <a:cubicBezTo>
                  <a:pt x="29943" y="23196"/>
                  <a:pt x="27134" y="21587"/>
                  <a:pt x="24150" y="20398"/>
                </a:cubicBezTo>
                <a:cubicBezTo>
                  <a:pt x="20158" y="18807"/>
                  <a:pt x="15860" y="18003"/>
                  <a:pt x="11563" y="18003"/>
                </a:cubicBezTo>
                <a:cubicBezTo>
                  <a:pt x="8518" y="18003"/>
                  <a:pt x="5474" y="18407"/>
                  <a:pt x="2540" y="19220"/>
                </a:cubicBezTo>
                <a:cubicBezTo>
                  <a:pt x="1734" y="19443"/>
                  <a:pt x="859" y="19757"/>
                  <a:pt x="464" y="20496"/>
                </a:cubicBezTo>
                <a:cubicBezTo>
                  <a:pt x="0" y="21364"/>
                  <a:pt x="401" y="22424"/>
                  <a:pt x="817" y="23318"/>
                </a:cubicBezTo>
                <a:cubicBezTo>
                  <a:pt x="5392" y="33130"/>
                  <a:pt x="11716" y="42123"/>
                  <a:pt x="19401" y="49748"/>
                </a:cubicBezTo>
                <a:cubicBezTo>
                  <a:pt x="21765" y="52094"/>
                  <a:pt x="24278" y="54326"/>
                  <a:pt x="27154" y="56003"/>
                </a:cubicBezTo>
                <a:cubicBezTo>
                  <a:pt x="28416" y="56738"/>
                  <a:pt x="31007" y="58329"/>
                  <a:pt x="32939" y="58329"/>
                </a:cubicBezTo>
                <a:cubicBezTo>
                  <a:pt x="33824" y="58329"/>
                  <a:pt x="34571" y="57994"/>
                  <a:pt x="34987" y="57089"/>
                </a:cubicBezTo>
                <a:cubicBezTo>
                  <a:pt x="35606" y="55740"/>
                  <a:pt x="35302" y="53804"/>
                  <a:pt x="35367" y="52373"/>
                </a:cubicBezTo>
                <a:cubicBezTo>
                  <a:pt x="35457" y="50330"/>
                  <a:pt x="35669" y="48290"/>
                  <a:pt x="36135" y="46295"/>
                </a:cubicBezTo>
                <a:cubicBezTo>
                  <a:pt x="37059" y="42346"/>
                  <a:pt x="39091" y="38504"/>
                  <a:pt x="42440" y="36216"/>
                </a:cubicBezTo>
                <a:cubicBezTo>
                  <a:pt x="44232" y="34993"/>
                  <a:pt x="46437" y="34312"/>
                  <a:pt x="48598" y="34312"/>
                </a:cubicBezTo>
                <a:cubicBezTo>
                  <a:pt x="50479" y="34312"/>
                  <a:pt x="52327" y="34827"/>
                  <a:pt x="53844" y="35949"/>
                </a:cubicBezTo>
                <a:cubicBezTo>
                  <a:pt x="56512" y="37924"/>
                  <a:pt x="57713" y="41257"/>
                  <a:pt x="59515" y="44046"/>
                </a:cubicBezTo>
                <a:cubicBezTo>
                  <a:pt x="63247" y="49823"/>
                  <a:pt x="70132" y="53256"/>
                  <a:pt x="76979" y="53256"/>
                </a:cubicBezTo>
                <a:cubicBezTo>
                  <a:pt x="78932" y="53256"/>
                  <a:pt x="80882" y="52976"/>
                  <a:pt x="82755" y="52393"/>
                </a:cubicBezTo>
                <a:cubicBezTo>
                  <a:pt x="88025" y="50749"/>
                  <a:pt x="92417" y="46803"/>
                  <a:pt x="94967" y="41949"/>
                </a:cubicBezTo>
                <a:cubicBezTo>
                  <a:pt x="96310" y="39393"/>
                  <a:pt x="96727" y="36874"/>
                  <a:pt x="97318" y="34107"/>
                </a:cubicBezTo>
                <a:cubicBezTo>
                  <a:pt x="97947" y="31149"/>
                  <a:pt x="100292" y="28151"/>
                  <a:pt x="101780" y="25478"/>
                </a:cubicBezTo>
                <a:cubicBezTo>
                  <a:pt x="103065" y="23171"/>
                  <a:pt x="104355" y="20857"/>
                  <a:pt x="105958" y="18759"/>
                </a:cubicBezTo>
                <a:cubicBezTo>
                  <a:pt x="107926" y="16182"/>
                  <a:pt x="113883" y="11799"/>
                  <a:pt x="110600" y="7939"/>
                </a:cubicBezTo>
                <a:lnTo>
                  <a:pt x="110600" y="7939"/>
                </a:lnTo>
                <a:lnTo>
                  <a:pt x="110582" y="8744"/>
                </a:lnTo>
                <a:cubicBezTo>
                  <a:pt x="108305" y="3527"/>
                  <a:pt x="102705" y="0"/>
                  <a:pt x="97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flipH="1" rot="1478729">
            <a:off x="7674837" y="4359853"/>
            <a:ext cx="1022644" cy="1151768"/>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flipH="1" rot="1478729">
            <a:off x="7799217" y="4484575"/>
            <a:ext cx="911295" cy="848995"/>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5"/>
          <p:cNvGrpSpPr/>
          <p:nvPr/>
        </p:nvGrpSpPr>
        <p:grpSpPr>
          <a:xfrm flipH="1" rot="2501471">
            <a:off x="211919" y="3372108"/>
            <a:ext cx="918390" cy="427223"/>
            <a:chOff x="2204475" y="3227100"/>
            <a:chExt cx="461600" cy="214700"/>
          </a:xfrm>
        </p:grpSpPr>
        <p:sp>
          <p:nvSpPr>
            <p:cNvPr id="119" name="Google Shape;119;p5"/>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5" name="Google Shape;125;p6"/>
          <p:cNvSpPr/>
          <p:nvPr/>
        </p:nvSpPr>
        <p:spPr>
          <a:xfrm flipH="1" rot="-4816202">
            <a:off x="6207238" y="-878504"/>
            <a:ext cx="4443320" cy="4406908"/>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rot="7111776">
            <a:off x="5679857" y="3627676"/>
            <a:ext cx="4653599" cy="4490157"/>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rot="-8921951">
            <a:off x="-532233" y="86339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 name="Google Shape;128;p6"/>
          <p:cNvGrpSpPr/>
          <p:nvPr/>
        </p:nvGrpSpPr>
        <p:grpSpPr>
          <a:xfrm>
            <a:off x="8333330" y="4052485"/>
            <a:ext cx="475313" cy="216991"/>
            <a:chOff x="5915750" y="2013050"/>
            <a:chExt cx="307050" cy="140175"/>
          </a:xfrm>
        </p:grpSpPr>
        <p:sp>
          <p:nvSpPr>
            <p:cNvPr id="129" name="Google Shape;129;p6"/>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6"/>
          <p:cNvSpPr/>
          <p:nvPr/>
        </p:nvSpPr>
        <p:spPr>
          <a:xfrm rot="8100000">
            <a:off x="8405521" y="541882"/>
            <a:ext cx="1074583" cy="378995"/>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6"/>
          <p:cNvGrpSpPr/>
          <p:nvPr/>
        </p:nvGrpSpPr>
        <p:grpSpPr>
          <a:xfrm rot="5400000">
            <a:off x="7201403" y="4539015"/>
            <a:ext cx="1236038" cy="1027819"/>
            <a:chOff x="5861250" y="3367000"/>
            <a:chExt cx="886875" cy="737475"/>
          </a:xfrm>
        </p:grpSpPr>
        <p:sp>
          <p:nvSpPr>
            <p:cNvPr id="134" name="Google Shape;134;p6"/>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 name="Google Shape;152;p6"/>
          <p:cNvGrpSpPr/>
          <p:nvPr/>
        </p:nvGrpSpPr>
        <p:grpSpPr>
          <a:xfrm rot="-6704940">
            <a:off x="-90642" y="4132614"/>
            <a:ext cx="918363" cy="427226"/>
            <a:chOff x="2204475" y="3227100"/>
            <a:chExt cx="461600" cy="214700"/>
          </a:xfrm>
        </p:grpSpPr>
        <p:sp>
          <p:nvSpPr>
            <p:cNvPr id="153" name="Google Shape;153;p6"/>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7" name="Shape 157"/>
        <p:cNvGrpSpPr/>
        <p:nvPr/>
      </p:nvGrpSpPr>
      <p:grpSpPr>
        <a:xfrm>
          <a:off x="0" y="0"/>
          <a:ext cx="0" cy="0"/>
          <a:chOff x="0" y="0"/>
          <a:chExt cx="0" cy="0"/>
        </a:xfrm>
      </p:grpSpPr>
      <p:sp>
        <p:nvSpPr>
          <p:cNvPr id="158" name="Google Shape;158;p7"/>
          <p:cNvSpPr/>
          <p:nvPr/>
        </p:nvSpPr>
        <p:spPr>
          <a:xfrm rot="-6883256">
            <a:off x="-1835840" y="3326668"/>
            <a:ext cx="4831818" cy="2382833"/>
          </a:xfrm>
          <a:custGeom>
            <a:rect b="b" l="l" r="r" t="t"/>
            <a:pathLst>
              <a:path extrusionOk="0" h="57318" w="111886">
                <a:moveTo>
                  <a:pt x="53232" y="0"/>
                </a:moveTo>
                <a:cubicBezTo>
                  <a:pt x="51326" y="0"/>
                  <a:pt x="49430" y="195"/>
                  <a:pt x="47512" y="720"/>
                </a:cubicBezTo>
                <a:cubicBezTo>
                  <a:pt x="43081" y="1935"/>
                  <a:pt x="39426" y="4095"/>
                  <a:pt x="35786" y="6881"/>
                </a:cubicBezTo>
                <a:cubicBezTo>
                  <a:pt x="26359" y="14096"/>
                  <a:pt x="12768" y="12082"/>
                  <a:pt x="7918" y="22917"/>
                </a:cubicBezTo>
                <a:cubicBezTo>
                  <a:pt x="7178" y="24570"/>
                  <a:pt x="2562" y="31368"/>
                  <a:pt x="3582" y="32864"/>
                </a:cubicBezTo>
                <a:cubicBezTo>
                  <a:pt x="1" y="35516"/>
                  <a:pt x="1050" y="36131"/>
                  <a:pt x="3696" y="36131"/>
                </a:cubicBezTo>
                <a:cubicBezTo>
                  <a:pt x="5887" y="36131"/>
                  <a:pt x="9172" y="35709"/>
                  <a:pt x="11829" y="35671"/>
                </a:cubicBezTo>
                <a:cubicBezTo>
                  <a:pt x="11896" y="35670"/>
                  <a:pt x="11963" y="35670"/>
                  <a:pt x="12030" y="35670"/>
                </a:cubicBezTo>
                <a:cubicBezTo>
                  <a:pt x="19168" y="35670"/>
                  <a:pt x="25118" y="41225"/>
                  <a:pt x="28086" y="46083"/>
                </a:cubicBezTo>
                <a:cubicBezTo>
                  <a:pt x="30255" y="49636"/>
                  <a:pt x="31283" y="54260"/>
                  <a:pt x="34897" y="56324"/>
                </a:cubicBezTo>
                <a:cubicBezTo>
                  <a:pt x="36113" y="57018"/>
                  <a:pt x="37490" y="57317"/>
                  <a:pt x="38890" y="57317"/>
                </a:cubicBezTo>
                <a:cubicBezTo>
                  <a:pt x="40289" y="57317"/>
                  <a:pt x="41711" y="57018"/>
                  <a:pt x="43016" y="56515"/>
                </a:cubicBezTo>
                <a:cubicBezTo>
                  <a:pt x="45629" y="55510"/>
                  <a:pt x="47884" y="53779"/>
                  <a:pt x="50132" y="52113"/>
                </a:cubicBezTo>
                <a:cubicBezTo>
                  <a:pt x="52382" y="50447"/>
                  <a:pt x="54857" y="49164"/>
                  <a:pt x="57397" y="47989"/>
                </a:cubicBezTo>
                <a:cubicBezTo>
                  <a:pt x="61825" y="45940"/>
                  <a:pt x="66287" y="45064"/>
                  <a:pt x="70910" y="45064"/>
                </a:cubicBezTo>
                <a:cubicBezTo>
                  <a:pt x="72781" y="45064"/>
                  <a:pt x="74678" y="45207"/>
                  <a:pt x="76610" y="45475"/>
                </a:cubicBezTo>
                <a:cubicBezTo>
                  <a:pt x="77823" y="45643"/>
                  <a:pt x="78976" y="45739"/>
                  <a:pt x="80074" y="45739"/>
                </a:cubicBezTo>
                <a:cubicBezTo>
                  <a:pt x="84131" y="45739"/>
                  <a:pt x="87444" y="44417"/>
                  <a:pt x="90356" y="40470"/>
                </a:cubicBezTo>
                <a:cubicBezTo>
                  <a:pt x="91914" y="38360"/>
                  <a:pt x="93161" y="36025"/>
                  <a:pt x="94829" y="34000"/>
                </a:cubicBezTo>
                <a:cubicBezTo>
                  <a:pt x="97791" y="30405"/>
                  <a:pt x="102066" y="27915"/>
                  <a:pt x="106655" y="27113"/>
                </a:cubicBezTo>
                <a:cubicBezTo>
                  <a:pt x="108509" y="26789"/>
                  <a:pt x="110806" y="26437"/>
                  <a:pt x="111417" y="24656"/>
                </a:cubicBezTo>
                <a:cubicBezTo>
                  <a:pt x="111886" y="23288"/>
                  <a:pt x="111027" y="21840"/>
                  <a:pt x="110111" y="20722"/>
                </a:cubicBezTo>
                <a:cubicBezTo>
                  <a:pt x="104612" y="14018"/>
                  <a:pt x="96077" y="10723"/>
                  <a:pt x="87878" y="7901"/>
                </a:cubicBezTo>
                <a:cubicBezTo>
                  <a:pt x="78830" y="4787"/>
                  <a:pt x="69628" y="1894"/>
                  <a:pt x="60120" y="595"/>
                </a:cubicBezTo>
                <a:cubicBezTo>
                  <a:pt x="57773" y="275"/>
                  <a:pt x="55495" y="0"/>
                  <a:pt x="53232"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0" name="Google Shape;160;p7"/>
          <p:cNvSpPr txBox="1"/>
          <p:nvPr>
            <p:ph idx="1" type="body"/>
          </p:nvPr>
        </p:nvSpPr>
        <p:spPr>
          <a:xfrm>
            <a:off x="2434800" y="1312350"/>
            <a:ext cx="4274400" cy="2518800"/>
          </a:xfrm>
          <a:prstGeom prst="rect">
            <a:avLst/>
          </a:prstGeom>
        </p:spPr>
        <p:txBody>
          <a:bodyPr anchorCtr="0" anchor="t" bIns="91425" lIns="91425" spcFirstLastPara="1" rIns="91425" wrap="square" tIns="91425">
            <a:noAutofit/>
          </a:bodyPr>
          <a:lstStyle>
            <a:lvl1pPr indent="-317500" lvl="0" marL="457200" rtl="0" algn="ctr">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161" name="Google Shape;161;p7"/>
          <p:cNvSpPr/>
          <p:nvPr/>
        </p:nvSpPr>
        <p:spPr>
          <a:xfrm rot="-8320439">
            <a:off x="5304956" y="-570976"/>
            <a:ext cx="5761954" cy="2951203"/>
          </a:xfrm>
          <a:custGeom>
            <a:rect b="b" l="l" r="r" t="t"/>
            <a:pathLst>
              <a:path extrusionOk="0" h="58330" w="113884">
                <a:moveTo>
                  <a:pt x="16844" y="0"/>
                </a:moveTo>
                <a:cubicBezTo>
                  <a:pt x="11180" y="0"/>
                  <a:pt x="5580" y="3527"/>
                  <a:pt x="3301" y="8745"/>
                </a:cubicBezTo>
                <a:lnTo>
                  <a:pt x="3283" y="7941"/>
                </a:lnTo>
                <a:lnTo>
                  <a:pt x="3283" y="7941"/>
                </a:lnTo>
                <a:cubicBezTo>
                  <a:pt x="0" y="11801"/>
                  <a:pt x="5957" y="16184"/>
                  <a:pt x="7925" y="18760"/>
                </a:cubicBezTo>
                <a:cubicBezTo>
                  <a:pt x="9528" y="20857"/>
                  <a:pt x="10818" y="23173"/>
                  <a:pt x="12103" y="25480"/>
                </a:cubicBezTo>
                <a:cubicBezTo>
                  <a:pt x="13591" y="28152"/>
                  <a:pt x="15936" y="31151"/>
                  <a:pt x="16566" y="34107"/>
                </a:cubicBezTo>
                <a:cubicBezTo>
                  <a:pt x="17156" y="36874"/>
                  <a:pt x="17573" y="39395"/>
                  <a:pt x="18916" y="41950"/>
                </a:cubicBezTo>
                <a:cubicBezTo>
                  <a:pt x="21467" y="46804"/>
                  <a:pt x="25858" y="50750"/>
                  <a:pt x="31129" y="52393"/>
                </a:cubicBezTo>
                <a:cubicBezTo>
                  <a:pt x="33002" y="52977"/>
                  <a:pt x="34953" y="53256"/>
                  <a:pt x="36906" y="53256"/>
                </a:cubicBezTo>
                <a:cubicBezTo>
                  <a:pt x="43752" y="53256"/>
                  <a:pt x="50636" y="49824"/>
                  <a:pt x="54368" y="44047"/>
                </a:cubicBezTo>
                <a:cubicBezTo>
                  <a:pt x="56170" y="41259"/>
                  <a:pt x="57371" y="37924"/>
                  <a:pt x="60039" y="35951"/>
                </a:cubicBezTo>
                <a:cubicBezTo>
                  <a:pt x="61556" y="34828"/>
                  <a:pt x="63405" y="34312"/>
                  <a:pt x="65285" y="34312"/>
                </a:cubicBezTo>
                <a:cubicBezTo>
                  <a:pt x="67447" y="34312"/>
                  <a:pt x="69651" y="34994"/>
                  <a:pt x="71443" y="36217"/>
                </a:cubicBezTo>
                <a:cubicBezTo>
                  <a:pt x="74792" y="38504"/>
                  <a:pt x="76825" y="42346"/>
                  <a:pt x="77748" y="46297"/>
                </a:cubicBezTo>
                <a:cubicBezTo>
                  <a:pt x="78214" y="48290"/>
                  <a:pt x="78426" y="50332"/>
                  <a:pt x="78517" y="52374"/>
                </a:cubicBezTo>
                <a:cubicBezTo>
                  <a:pt x="78581" y="53804"/>
                  <a:pt x="78277" y="55740"/>
                  <a:pt x="78896" y="57090"/>
                </a:cubicBezTo>
                <a:cubicBezTo>
                  <a:pt x="79312" y="57995"/>
                  <a:pt x="80059" y="58330"/>
                  <a:pt x="80944" y="58330"/>
                </a:cubicBezTo>
                <a:cubicBezTo>
                  <a:pt x="82875" y="58330"/>
                  <a:pt x="85467" y="56738"/>
                  <a:pt x="86729" y="56004"/>
                </a:cubicBezTo>
                <a:cubicBezTo>
                  <a:pt x="89605" y="54327"/>
                  <a:pt x="92118" y="52094"/>
                  <a:pt x="94482" y="49750"/>
                </a:cubicBezTo>
                <a:cubicBezTo>
                  <a:pt x="102168" y="42125"/>
                  <a:pt x="108491" y="33130"/>
                  <a:pt x="113067" y="23319"/>
                </a:cubicBezTo>
                <a:cubicBezTo>
                  <a:pt x="113484" y="22426"/>
                  <a:pt x="113883" y="21365"/>
                  <a:pt x="113419" y="20496"/>
                </a:cubicBezTo>
                <a:cubicBezTo>
                  <a:pt x="113026" y="19759"/>
                  <a:pt x="112149" y="19444"/>
                  <a:pt x="111343" y="19220"/>
                </a:cubicBezTo>
                <a:cubicBezTo>
                  <a:pt x="108409" y="18407"/>
                  <a:pt x="105366" y="18004"/>
                  <a:pt x="102322" y="18004"/>
                </a:cubicBezTo>
                <a:cubicBezTo>
                  <a:pt x="98024" y="18004"/>
                  <a:pt x="93726" y="18808"/>
                  <a:pt x="89733" y="20398"/>
                </a:cubicBezTo>
                <a:cubicBezTo>
                  <a:pt x="86749" y="21586"/>
                  <a:pt x="83940" y="23197"/>
                  <a:pt x="80920" y="24291"/>
                </a:cubicBezTo>
                <a:cubicBezTo>
                  <a:pt x="78917" y="25016"/>
                  <a:pt x="76902" y="25374"/>
                  <a:pt x="74893" y="25374"/>
                </a:cubicBezTo>
                <a:cubicBezTo>
                  <a:pt x="72667" y="25374"/>
                  <a:pt x="70449" y="24934"/>
                  <a:pt x="68266" y="24063"/>
                </a:cubicBezTo>
                <a:cubicBezTo>
                  <a:pt x="64479" y="22555"/>
                  <a:pt x="60940" y="20164"/>
                  <a:pt x="56802" y="19727"/>
                </a:cubicBezTo>
                <a:cubicBezTo>
                  <a:pt x="56328" y="19677"/>
                  <a:pt x="55854" y="19655"/>
                  <a:pt x="55381" y="19655"/>
                </a:cubicBezTo>
                <a:cubicBezTo>
                  <a:pt x="52981" y="19655"/>
                  <a:pt x="50588" y="20241"/>
                  <a:pt x="48254" y="20862"/>
                </a:cubicBezTo>
                <a:cubicBezTo>
                  <a:pt x="45599" y="21568"/>
                  <a:pt x="42909" y="22327"/>
                  <a:pt x="40168" y="22327"/>
                </a:cubicBezTo>
                <a:cubicBezTo>
                  <a:pt x="40025" y="22327"/>
                  <a:pt x="39881" y="22324"/>
                  <a:pt x="39737" y="22320"/>
                </a:cubicBezTo>
                <a:cubicBezTo>
                  <a:pt x="37271" y="22246"/>
                  <a:pt x="33990" y="21360"/>
                  <a:pt x="32533" y="19162"/>
                </a:cubicBezTo>
                <a:cubicBezTo>
                  <a:pt x="31275" y="17267"/>
                  <a:pt x="31439" y="14605"/>
                  <a:pt x="31117" y="12441"/>
                </a:cubicBezTo>
                <a:cubicBezTo>
                  <a:pt x="30195" y="6226"/>
                  <a:pt x="24829" y="944"/>
                  <a:pt x="18601" y="115"/>
                </a:cubicBezTo>
                <a:cubicBezTo>
                  <a:pt x="18017" y="38"/>
                  <a:pt x="17430" y="0"/>
                  <a:pt x="16844"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rot="8612904">
            <a:off x="7205099" y="4245432"/>
            <a:ext cx="1022575" cy="1151691"/>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rot="8612904">
            <a:off x="7333467" y="4408847"/>
            <a:ext cx="911233" cy="848938"/>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7"/>
          <p:cNvGrpSpPr/>
          <p:nvPr/>
        </p:nvGrpSpPr>
        <p:grpSpPr>
          <a:xfrm rot="-5400000">
            <a:off x="578296" y="4034799"/>
            <a:ext cx="1249969" cy="966572"/>
            <a:chOff x="2459150" y="928000"/>
            <a:chExt cx="785650" cy="607525"/>
          </a:xfrm>
        </p:grpSpPr>
        <p:sp>
          <p:nvSpPr>
            <p:cNvPr id="165" name="Google Shape;165;p7"/>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7"/>
          <p:cNvGrpSpPr/>
          <p:nvPr/>
        </p:nvGrpSpPr>
        <p:grpSpPr>
          <a:xfrm rot="7511106">
            <a:off x="431076" y="2634707"/>
            <a:ext cx="219213" cy="283239"/>
            <a:chOff x="2319300" y="2223950"/>
            <a:chExt cx="118650" cy="157025"/>
          </a:xfrm>
        </p:grpSpPr>
        <p:sp>
          <p:nvSpPr>
            <p:cNvPr id="175" name="Google Shape;175;p7"/>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7"/>
          <p:cNvSpPr/>
          <p:nvPr/>
        </p:nvSpPr>
        <p:spPr>
          <a:xfrm rot="-3464226">
            <a:off x="8036339" y="15773"/>
            <a:ext cx="1022641" cy="115176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flipH="1" rot="5400000">
            <a:off x="7321497" y="4516392"/>
            <a:ext cx="1728893" cy="609780"/>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 name="Google Shape;179;p7"/>
          <p:cNvGrpSpPr/>
          <p:nvPr/>
        </p:nvGrpSpPr>
        <p:grpSpPr>
          <a:xfrm rot="-5400000">
            <a:off x="-282063" y="3684326"/>
            <a:ext cx="1482522" cy="1146400"/>
            <a:chOff x="2459150" y="928000"/>
            <a:chExt cx="785650" cy="607525"/>
          </a:xfrm>
        </p:grpSpPr>
        <p:sp>
          <p:nvSpPr>
            <p:cNvPr id="180" name="Google Shape;180;p7"/>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9" name="Shape 189"/>
        <p:cNvGrpSpPr/>
        <p:nvPr/>
      </p:nvGrpSpPr>
      <p:grpSpPr>
        <a:xfrm>
          <a:off x="0" y="0"/>
          <a:ext cx="0" cy="0"/>
          <a:chOff x="0" y="0"/>
          <a:chExt cx="0" cy="0"/>
        </a:xfrm>
      </p:grpSpPr>
      <p:sp>
        <p:nvSpPr>
          <p:cNvPr id="190" name="Google Shape;190;p8"/>
          <p:cNvSpPr txBox="1"/>
          <p:nvPr>
            <p:ph type="title"/>
          </p:nvPr>
        </p:nvSpPr>
        <p:spPr>
          <a:xfrm>
            <a:off x="715100" y="2079200"/>
            <a:ext cx="5205000" cy="25293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8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91" name="Google Shape;191;p8"/>
          <p:cNvSpPr/>
          <p:nvPr>
            <p:ph idx="2" type="pic"/>
          </p:nvPr>
        </p:nvSpPr>
        <p:spPr>
          <a:xfrm>
            <a:off x="5497575" y="484525"/>
            <a:ext cx="2931300" cy="2985900"/>
          </a:xfrm>
          <a:prstGeom prst="rect">
            <a:avLst/>
          </a:prstGeom>
          <a:noFill/>
          <a:ln>
            <a:noFill/>
          </a:ln>
        </p:spPr>
      </p:sp>
      <p:sp>
        <p:nvSpPr>
          <p:cNvPr id="192" name="Google Shape;192;p8"/>
          <p:cNvSpPr/>
          <p:nvPr/>
        </p:nvSpPr>
        <p:spPr>
          <a:xfrm rot="8785725">
            <a:off x="4460586" y="4143400"/>
            <a:ext cx="5627589" cy="2174136"/>
          </a:xfrm>
          <a:custGeom>
            <a:rect b="b" l="l" r="r" t="t"/>
            <a:pathLst>
              <a:path extrusionOk="0" h="122642" w="258948">
                <a:moveTo>
                  <a:pt x="142109" y="1"/>
                </a:moveTo>
                <a:cubicBezTo>
                  <a:pt x="140327" y="1"/>
                  <a:pt x="138487" y="86"/>
                  <a:pt x="136581" y="267"/>
                </a:cubicBezTo>
                <a:cubicBezTo>
                  <a:pt x="108666" y="2909"/>
                  <a:pt x="76033" y="6170"/>
                  <a:pt x="50317" y="17128"/>
                </a:cubicBezTo>
                <a:cubicBezTo>
                  <a:pt x="40620" y="21259"/>
                  <a:pt x="30403" y="33469"/>
                  <a:pt x="24291" y="42674"/>
                </a:cubicBezTo>
                <a:cubicBezTo>
                  <a:pt x="16616" y="54233"/>
                  <a:pt x="1" y="94397"/>
                  <a:pt x="7053" y="94397"/>
                </a:cubicBezTo>
                <a:cubicBezTo>
                  <a:pt x="7419" y="94397"/>
                  <a:pt x="7849" y="94288"/>
                  <a:pt x="8347" y="94062"/>
                </a:cubicBezTo>
                <a:cubicBezTo>
                  <a:pt x="22250" y="87754"/>
                  <a:pt x="31732" y="83903"/>
                  <a:pt x="41735" y="83903"/>
                </a:cubicBezTo>
                <a:cubicBezTo>
                  <a:pt x="51756" y="83903"/>
                  <a:pt x="62299" y="87767"/>
                  <a:pt x="78332" y="96895"/>
                </a:cubicBezTo>
                <a:cubicBezTo>
                  <a:pt x="93323" y="105431"/>
                  <a:pt x="108630" y="114614"/>
                  <a:pt x="129443" y="119992"/>
                </a:cubicBezTo>
                <a:cubicBezTo>
                  <a:pt x="136083" y="121708"/>
                  <a:pt x="146441" y="122641"/>
                  <a:pt x="156291" y="122641"/>
                </a:cubicBezTo>
                <a:cubicBezTo>
                  <a:pt x="163781" y="122641"/>
                  <a:pt x="170977" y="122101"/>
                  <a:pt x="176020" y="120956"/>
                </a:cubicBezTo>
                <a:cubicBezTo>
                  <a:pt x="191454" y="117448"/>
                  <a:pt x="199901" y="112161"/>
                  <a:pt x="207341" y="101722"/>
                </a:cubicBezTo>
                <a:cubicBezTo>
                  <a:pt x="214597" y="91540"/>
                  <a:pt x="221360" y="77850"/>
                  <a:pt x="235667" y="77074"/>
                </a:cubicBezTo>
                <a:cubicBezTo>
                  <a:pt x="235931" y="77060"/>
                  <a:pt x="236198" y="77053"/>
                  <a:pt x="236470" y="77053"/>
                </a:cubicBezTo>
                <a:cubicBezTo>
                  <a:pt x="240443" y="77053"/>
                  <a:pt x="245165" y="78494"/>
                  <a:pt x="249226" y="78494"/>
                </a:cubicBezTo>
                <a:cubicBezTo>
                  <a:pt x="250078" y="78494"/>
                  <a:pt x="250902" y="78431"/>
                  <a:pt x="251683" y="78277"/>
                </a:cubicBezTo>
                <a:cubicBezTo>
                  <a:pt x="258947" y="76849"/>
                  <a:pt x="256801" y="78415"/>
                  <a:pt x="255966" y="72709"/>
                </a:cubicBezTo>
                <a:cubicBezTo>
                  <a:pt x="255938" y="72517"/>
                  <a:pt x="252954" y="65729"/>
                  <a:pt x="252437" y="64665"/>
                </a:cubicBezTo>
                <a:cubicBezTo>
                  <a:pt x="250523" y="60715"/>
                  <a:pt x="254088" y="34016"/>
                  <a:pt x="251980" y="30173"/>
                </a:cubicBezTo>
                <a:cubicBezTo>
                  <a:pt x="248403" y="23651"/>
                  <a:pt x="243677" y="21737"/>
                  <a:pt x="238225" y="21737"/>
                </a:cubicBezTo>
                <a:cubicBezTo>
                  <a:pt x="230478" y="21737"/>
                  <a:pt x="221265" y="25600"/>
                  <a:pt x="211797" y="25600"/>
                </a:cubicBezTo>
                <a:cubicBezTo>
                  <a:pt x="208632" y="25600"/>
                  <a:pt x="205438" y="25168"/>
                  <a:pt x="202261" y="24016"/>
                </a:cubicBezTo>
                <a:cubicBezTo>
                  <a:pt x="179736" y="15846"/>
                  <a:pt x="166342" y="1"/>
                  <a:pt x="1421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8"/>
          <p:cNvGrpSpPr/>
          <p:nvPr/>
        </p:nvGrpSpPr>
        <p:grpSpPr>
          <a:xfrm rot="-3153549">
            <a:off x="8545350" y="3248597"/>
            <a:ext cx="446100" cy="190510"/>
            <a:chOff x="1795300" y="1375750"/>
            <a:chExt cx="180850" cy="77225"/>
          </a:xfrm>
        </p:grpSpPr>
        <p:sp>
          <p:nvSpPr>
            <p:cNvPr id="194" name="Google Shape;194;p8"/>
            <p:cNvSpPr/>
            <p:nvPr/>
          </p:nvSpPr>
          <p:spPr>
            <a:xfrm>
              <a:off x="1904350" y="1375750"/>
              <a:ext cx="71800" cy="77225"/>
            </a:xfrm>
            <a:custGeom>
              <a:rect b="b" l="l" r="r" t="t"/>
              <a:pathLst>
                <a:path extrusionOk="0" h="3089" w="2872">
                  <a:moveTo>
                    <a:pt x="1607" y="0"/>
                  </a:moveTo>
                  <a:cubicBezTo>
                    <a:pt x="1473" y="0"/>
                    <a:pt x="1337" y="22"/>
                    <a:pt x="1206" y="65"/>
                  </a:cubicBezTo>
                  <a:cubicBezTo>
                    <a:pt x="394" y="332"/>
                    <a:pt x="0" y="1393"/>
                    <a:pt x="226" y="2172"/>
                  </a:cubicBezTo>
                  <a:cubicBezTo>
                    <a:pt x="349" y="2595"/>
                    <a:pt x="714" y="2957"/>
                    <a:pt x="1145" y="3059"/>
                  </a:cubicBezTo>
                  <a:cubicBezTo>
                    <a:pt x="1229" y="3079"/>
                    <a:pt x="1313" y="3088"/>
                    <a:pt x="1396" y="3088"/>
                  </a:cubicBezTo>
                  <a:cubicBezTo>
                    <a:pt x="1806" y="3088"/>
                    <a:pt x="2178" y="2855"/>
                    <a:pt x="2399" y="2500"/>
                  </a:cubicBezTo>
                  <a:cubicBezTo>
                    <a:pt x="2524" y="2297"/>
                    <a:pt x="2581" y="2062"/>
                    <a:pt x="2578" y="1831"/>
                  </a:cubicBezTo>
                  <a:cubicBezTo>
                    <a:pt x="2871" y="1468"/>
                    <a:pt x="2841" y="921"/>
                    <a:pt x="2601" y="535"/>
                  </a:cubicBezTo>
                  <a:cubicBezTo>
                    <a:pt x="2382" y="183"/>
                    <a:pt x="2000"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1795300" y="1377200"/>
              <a:ext cx="54700" cy="46725"/>
            </a:xfrm>
            <a:custGeom>
              <a:rect b="b" l="l" r="r" t="t"/>
              <a:pathLst>
                <a:path extrusionOk="0" h="1869" w="2188">
                  <a:moveTo>
                    <a:pt x="938" y="0"/>
                  </a:moveTo>
                  <a:cubicBezTo>
                    <a:pt x="447" y="0"/>
                    <a:pt x="0" y="486"/>
                    <a:pt x="42" y="973"/>
                  </a:cubicBezTo>
                  <a:cubicBezTo>
                    <a:pt x="87" y="1497"/>
                    <a:pt x="491" y="1868"/>
                    <a:pt x="1016" y="1868"/>
                  </a:cubicBezTo>
                  <a:lnTo>
                    <a:pt x="1250" y="1868"/>
                  </a:lnTo>
                  <a:cubicBezTo>
                    <a:pt x="1740" y="1868"/>
                    <a:pt x="2187" y="1383"/>
                    <a:pt x="2145" y="894"/>
                  </a:cubicBezTo>
                  <a:cubicBezTo>
                    <a:pt x="2100" y="372"/>
                    <a:pt x="1695" y="0"/>
                    <a:pt x="11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8"/>
          <p:cNvSpPr/>
          <p:nvPr/>
        </p:nvSpPr>
        <p:spPr>
          <a:xfrm rot="-888533">
            <a:off x="8687395" y="940383"/>
            <a:ext cx="1022667" cy="1151794"/>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7" name="Shape 197"/>
        <p:cNvGrpSpPr/>
        <p:nvPr/>
      </p:nvGrpSpPr>
      <p:grpSpPr>
        <a:xfrm>
          <a:off x="0" y="0"/>
          <a:ext cx="0" cy="0"/>
          <a:chOff x="0" y="0"/>
          <a:chExt cx="0" cy="0"/>
        </a:xfrm>
      </p:grpSpPr>
      <p:sp>
        <p:nvSpPr>
          <p:cNvPr id="198" name="Google Shape;198;p9"/>
          <p:cNvSpPr txBox="1"/>
          <p:nvPr>
            <p:ph type="title"/>
          </p:nvPr>
        </p:nvSpPr>
        <p:spPr>
          <a:xfrm>
            <a:off x="4383776" y="2459925"/>
            <a:ext cx="3933300" cy="7806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9" name="Google Shape;199;p9"/>
          <p:cNvSpPr txBox="1"/>
          <p:nvPr>
            <p:ph idx="1" type="subTitle"/>
          </p:nvPr>
        </p:nvSpPr>
        <p:spPr>
          <a:xfrm>
            <a:off x="4383750" y="3240525"/>
            <a:ext cx="3933300" cy="12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0" name="Google Shape;200;p9"/>
          <p:cNvSpPr/>
          <p:nvPr>
            <p:ph idx="2" type="pic"/>
          </p:nvPr>
        </p:nvSpPr>
        <p:spPr>
          <a:xfrm>
            <a:off x="944975" y="582425"/>
            <a:ext cx="2984100" cy="2930400"/>
          </a:xfrm>
          <a:prstGeom prst="rect">
            <a:avLst/>
          </a:prstGeom>
          <a:noFill/>
          <a:ln>
            <a:noFill/>
          </a:ln>
        </p:spPr>
      </p:sp>
      <p:grpSp>
        <p:nvGrpSpPr>
          <p:cNvPr id="201" name="Google Shape;201;p9"/>
          <p:cNvGrpSpPr/>
          <p:nvPr/>
        </p:nvGrpSpPr>
        <p:grpSpPr>
          <a:xfrm rot="1848083">
            <a:off x="8249823" y="4101202"/>
            <a:ext cx="741339" cy="1014595"/>
            <a:chOff x="4004700" y="2733975"/>
            <a:chExt cx="484200" cy="662675"/>
          </a:xfrm>
        </p:grpSpPr>
        <p:sp>
          <p:nvSpPr>
            <p:cNvPr id="202" name="Google Shape;202;p9"/>
            <p:cNvSpPr/>
            <p:nvPr/>
          </p:nvSpPr>
          <p:spPr>
            <a:xfrm>
              <a:off x="4116125" y="2799975"/>
              <a:ext cx="372775" cy="596675"/>
            </a:xfrm>
            <a:custGeom>
              <a:rect b="b" l="l" r="r" t="t"/>
              <a:pathLst>
                <a:path extrusionOk="0" h="23867" w="14911">
                  <a:moveTo>
                    <a:pt x="3640" y="1"/>
                  </a:moveTo>
                  <a:cubicBezTo>
                    <a:pt x="3585" y="1"/>
                    <a:pt x="3528" y="20"/>
                    <a:pt x="3470" y="65"/>
                  </a:cubicBezTo>
                  <a:cubicBezTo>
                    <a:pt x="3462" y="71"/>
                    <a:pt x="3456" y="76"/>
                    <a:pt x="3450" y="83"/>
                  </a:cubicBezTo>
                  <a:cubicBezTo>
                    <a:pt x="3242" y="268"/>
                    <a:pt x="3475" y="529"/>
                    <a:pt x="3583" y="732"/>
                  </a:cubicBezTo>
                  <a:cubicBezTo>
                    <a:pt x="4050" y="1641"/>
                    <a:pt x="4624" y="2486"/>
                    <a:pt x="5094" y="3392"/>
                  </a:cubicBezTo>
                  <a:cubicBezTo>
                    <a:pt x="5150" y="3420"/>
                    <a:pt x="5208" y="3441"/>
                    <a:pt x="5269" y="3457"/>
                  </a:cubicBezTo>
                  <a:cubicBezTo>
                    <a:pt x="5387" y="3671"/>
                    <a:pt x="5526" y="3876"/>
                    <a:pt x="5566" y="4229"/>
                  </a:cubicBezTo>
                  <a:cubicBezTo>
                    <a:pt x="5136" y="3774"/>
                    <a:pt x="4762" y="3384"/>
                    <a:pt x="4387" y="2991"/>
                  </a:cubicBezTo>
                  <a:lnTo>
                    <a:pt x="4387" y="2991"/>
                  </a:lnTo>
                  <a:cubicBezTo>
                    <a:pt x="4506" y="3025"/>
                    <a:pt x="4609" y="3085"/>
                    <a:pt x="4712" y="3153"/>
                  </a:cubicBezTo>
                  <a:cubicBezTo>
                    <a:pt x="4643" y="3084"/>
                    <a:pt x="4577" y="3008"/>
                    <a:pt x="4515" y="2930"/>
                  </a:cubicBezTo>
                  <a:cubicBezTo>
                    <a:pt x="4282" y="2720"/>
                    <a:pt x="4046" y="2515"/>
                    <a:pt x="3797" y="2327"/>
                  </a:cubicBezTo>
                  <a:cubicBezTo>
                    <a:pt x="3718" y="2287"/>
                    <a:pt x="3655" y="2215"/>
                    <a:pt x="3567" y="2193"/>
                  </a:cubicBezTo>
                  <a:cubicBezTo>
                    <a:pt x="3552" y="2193"/>
                    <a:pt x="3538" y="2195"/>
                    <a:pt x="3524" y="2195"/>
                  </a:cubicBezTo>
                  <a:cubicBezTo>
                    <a:pt x="3618" y="2216"/>
                    <a:pt x="3697" y="2255"/>
                    <a:pt x="3672" y="2386"/>
                  </a:cubicBezTo>
                  <a:cubicBezTo>
                    <a:pt x="3616" y="2326"/>
                    <a:pt x="3529" y="2290"/>
                    <a:pt x="3510" y="2192"/>
                  </a:cubicBezTo>
                  <a:cubicBezTo>
                    <a:pt x="3022" y="1947"/>
                    <a:pt x="2604" y="1581"/>
                    <a:pt x="2155" y="1270"/>
                  </a:cubicBezTo>
                  <a:cubicBezTo>
                    <a:pt x="1795" y="687"/>
                    <a:pt x="1209" y="452"/>
                    <a:pt x="659" y="166"/>
                  </a:cubicBezTo>
                  <a:cubicBezTo>
                    <a:pt x="576" y="124"/>
                    <a:pt x="485" y="94"/>
                    <a:pt x="398" y="94"/>
                  </a:cubicBezTo>
                  <a:cubicBezTo>
                    <a:pt x="293" y="94"/>
                    <a:pt x="195" y="138"/>
                    <a:pt x="124" y="257"/>
                  </a:cubicBezTo>
                  <a:cubicBezTo>
                    <a:pt x="1" y="465"/>
                    <a:pt x="104" y="672"/>
                    <a:pt x="246" y="831"/>
                  </a:cubicBezTo>
                  <a:cubicBezTo>
                    <a:pt x="574" y="1193"/>
                    <a:pt x="939" y="1500"/>
                    <a:pt x="1431" y="1567"/>
                  </a:cubicBezTo>
                  <a:cubicBezTo>
                    <a:pt x="2524" y="2249"/>
                    <a:pt x="3570" y="2990"/>
                    <a:pt x="4466" y="3962"/>
                  </a:cubicBezTo>
                  <a:cubicBezTo>
                    <a:pt x="5127" y="4678"/>
                    <a:pt x="5814" y="5363"/>
                    <a:pt x="6409" y="6143"/>
                  </a:cubicBezTo>
                  <a:cubicBezTo>
                    <a:pt x="6497" y="6260"/>
                    <a:pt x="6614" y="6364"/>
                    <a:pt x="6660" y="6569"/>
                  </a:cubicBezTo>
                  <a:cubicBezTo>
                    <a:pt x="6135" y="6319"/>
                    <a:pt x="5648" y="6088"/>
                    <a:pt x="5161" y="5858"/>
                  </a:cubicBezTo>
                  <a:cubicBezTo>
                    <a:pt x="4994" y="5662"/>
                    <a:pt x="4792" y="5547"/>
                    <a:pt x="4555" y="5467"/>
                  </a:cubicBezTo>
                  <a:cubicBezTo>
                    <a:pt x="4031" y="5296"/>
                    <a:pt x="3515" y="5092"/>
                    <a:pt x="2974" y="4995"/>
                  </a:cubicBezTo>
                  <a:cubicBezTo>
                    <a:pt x="2913" y="4984"/>
                    <a:pt x="2847" y="4972"/>
                    <a:pt x="2785" y="4972"/>
                  </a:cubicBezTo>
                  <a:cubicBezTo>
                    <a:pt x="2673" y="4972"/>
                    <a:pt x="2572" y="5009"/>
                    <a:pt x="2533" y="5149"/>
                  </a:cubicBezTo>
                  <a:cubicBezTo>
                    <a:pt x="2471" y="5371"/>
                    <a:pt x="2664" y="5476"/>
                    <a:pt x="2821" y="5545"/>
                  </a:cubicBezTo>
                  <a:cubicBezTo>
                    <a:pt x="3394" y="5802"/>
                    <a:pt x="3942" y="6165"/>
                    <a:pt x="4585" y="6165"/>
                  </a:cubicBezTo>
                  <a:cubicBezTo>
                    <a:pt x="4613" y="6165"/>
                    <a:pt x="4641" y="6165"/>
                    <a:pt x="4669" y="6163"/>
                  </a:cubicBezTo>
                  <a:cubicBezTo>
                    <a:pt x="5501" y="6444"/>
                    <a:pt x="6283" y="6844"/>
                    <a:pt x="7049" y="7291"/>
                  </a:cubicBezTo>
                  <a:cubicBezTo>
                    <a:pt x="7241" y="7402"/>
                    <a:pt x="7402" y="7540"/>
                    <a:pt x="7516" y="7745"/>
                  </a:cubicBezTo>
                  <a:cubicBezTo>
                    <a:pt x="8067" y="8735"/>
                    <a:pt x="8624" y="9725"/>
                    <a:pt x="9176" y="10714"/>
                  </a:cubicBezTo>
                  <a:cubicBezTo>
                    <a:pt x="9186" y="10736"/>
                    <a:pt x="9182" y="10768"/>
                    <a:pt x="9185" y="10836"/>
                  </a:cubicBezTo>
                  <a:cubicBezTo>
                    <a:pt x="8781" y="10724"/>
                    <a:pt x="8388" y="10613"/>
                    <a:pt x="7993" y="10503"/>
                  </a:cubicBezTo>
                  <a:cubicBezTo>
                    <a:pt x="7805" y="10358"/>
                    <a:pt x="7600" y="10258"/>
                    <a:pt x="7369" y="10240"/>
                  </a:cubicBezTo>
                  <a:cubicBezTo>
                    <a:pt x="6472" y="10161"/>
                    <a:pt x="5579" y="10041"/>
                    <a:pt x="4681" y="10041"/>
                  </a:cubicBezTo>
                  <a:cubicBezTo>
                    <a:pt x="4664" y="10041"/>
                    <a:pt x="4647" y="10041"/>
                    <a:pt x="4631" y="10041"/>
                  </a:cubicBezTo>
                  <a:cubicBezTo>
                    <a:pt x="4510" y="10042"/>
                    <a:pt x="4390" y="10052"/>
                    <a:pt x="4273" y="10062"/>
                  </a:cubicBezTo>
                  <a:cubicBezTo>
                    <a:pt x="4099" y="10078"/>
                    <a:pt x="3883" y="10107"/>
                    <a:pt x="3883" y="10328"/>
                  </a:cubicBezTo>
                  <a:cubicBezTo>
                    <a:pt x="3883" y="10540"/>
                    <a:pt x="4103" y="10597"/>
                    <a:pt x="4271" y="10630"/>
                  </a:cubicBezTo>
                  <a:cubicBezTo>
                    <a:pt x="5333" y="10827"/>
                    <a:pt x="6406" y="10930"/>
                    <a:pt x="7472" y="11104"/>
                  </a:cubicBezTo>
                  <a:cubicBezTo>
                    <a:pt x="7490" y="11107"/>
                    <a:pt x="7507" y="11109"/>
                    <a:pt x="7525" y="11109"/>
                  </a:cubicBezTo>
                  <a:cubicBezTo>
                    <a:pt x="7643" y="11109"/>
                    <a:pt x="7753" y="11048"/>
                    <a:pt x="7872" y="11048"/>
                  </a:cubicBezTo>
                  <a:cubicBezTo>
                    <a:pt x="7881" y="11048"/>
                    <a:pt x="7890" y="11048"/>
                    <a:pt x="7899" y="11049"/>
                  </a:cubicBezTo>
                  <a:cubicBezTo>
                    <a:pt x="8411" y="11147"/>
                    <a:pt x="8914" y="11297"/>
                    <a:pt x="9414" y="11446"/>
                  </a:cubicBezTo>
                  <a:cubicBezTo>
                    <a:pt x="9573" y="11493"/>
                    <a:pt x="9666" y="11590"/>
                    <a:pt x="9741" y="11732"/>
                  </a:cubicBezTo>
                  <a:cubicBezTo>
                    <a:pt x="10435" y="13017"/>
                    <a:pt x="11067" y="14333"/>
                    <a:pt x="11635" y="15682"/>
                  </a:cubicBezTo>
                  <a:cubicBezTo>
                    <a:pt x="11865" y="16227"/>
                    <a:pt x="12076" y="16779"/>
                    <a:pt x="12292" y="17329"/>
                  </a:cubicBezTo>
                  <a:cubicBezTo>
                    <a:pt x="12321" y="17402"/>
                    <a:pt x="12377" y="17477"/>
                    <a:pt x="12323" y="17619"/>
                  </a:cubicBezTo>
                  <a:cubicBezTo>
                    <a:pt x="11689" y="17215"/>
                    <a:pt x="11063" y="16818"/>
                    <a:pt x="10438" y="16420"/>
                  </a:cubicBezTo>
                  <a:cubicBezTo>
                    <a:pt x="10344" y="16201"/>
                    <a:pt x="10177" y="16059"/>
                    <a:pt x="9994" y="15936"/>
                  </a:cubicBezTo>
                  <a:cubicBezTo>
                    <a:pt x="9163" y="15378"/>
                    <a:pt x="8373" y="14752"/>
                    <a:pt x="7516" y="14236"/>
                  </a:cubicBezTo>
                  <a:cubicBezTo>
                    <a:pt x="7457" y="14201"/>
                    <a:pt x="7406" y="14156"/>
                    <a:pt x="7343" y="14127"/>
                  </a:cubicBezTo>
                  <a:cubicBezTo>
                    <a:pt x="7278" y="14096"/>
                    <a:pt x="7207" y="14065"/>
                    <a:pt x="7141" y="14065"/>
                  </a:cubicBezTo>
                  <a:cubicBezTo>
                    <a:pt x="7094" y="14065"/>
                    <a:pt x="7048" y="14081"/>
                    <a:pt x="7009" y="14127"/>
                  </a:cubicBezTo>
                  <a:cubicBezTo>
                    <a:pt x="6893" y="14265"/>
                    <a:pt x="6996" y="14399"/>
                    <a:pt x="7083" y="14500"/>
                  </a:cubicBezTo>
                  <a:cubicBezTo>
                    <a:pt x="7392" y="14862"/>
                    <a:pt x="7765" y="15150"/>
                    <a:pt x="8117" y="15463"/>
                  </a:cubicBezTo>
                  <a:cubicBezTo>
                    <a:pt x="8521" y="15819"/>
                    <a:pt x="8952" y="16138"/>
                    <a:pt x="9377" y="16468"/>
                  </a:cubicBezTo>
                  <a:cubicBezTo>
                    <a:pt x="9524" y="16582"/>
                    <a:pt x="9687" y="16631"/>
                    <a:pt x="9860" y="16670"/>
                  </a:cubicBezTo>
                  <a:cubicBezTo>
                    <a:pt x="10205" y="16890"/>
                    <a:pt x="10546" y="17120"/>
                    <a:pt x="10895" y="17332"/>
                  </a:cubicBezTo>
                  <a:cubicBezTo>
                    <a:pt x="11386" y="17630"/>
                    <a:pt x="11874" y="17932"/>
                    <a:pt x="12377" y="18206"/>
                  </a:cubicBezTo>
                  <a:cubicBezTo>
                    <a:pt x="12625" y="18340"/>
                    <a:pt x="12774" y="18519"/>
                    <a:pt x="12860" y="18795"/>
                  </a:cubicBezTo>
                  <a:cubicBezTo>
                    <a:pt x="13144" y="19712"/>
                    <a:pt x="13448" y="20624"/>
                    <a:pt x="13733" y="21540"/>
                  </a:cubicBezTo>
                  <a:cubicBezTo>
                    <a:pt x="13935" y="22187"/>
                    <a:pt x="14157" y="22827"/>
                    <a:pt x="14386" y="23465"/>
                  </a:cubicBezTo>
                  <a:cubicBezTo>
                    <a:pt x="14402" y="23505"/>
                    <a:pt x="14411" y="23545"/>
                    <a:pt x="14429" y="23583"/>
                  </a:cubicBezTo>
                  <a:cubicBezTo>
                    <a:pt x="14486" y="23706"/>
                    <a:pt x="14540" y="23867"/>
                    <a:pt x="14671" y="23867"/>
                  </a:cubicBezTo>
                  <a:cubicBezTo>
                    <a:pt x="14690" y="23867"/>
                    <a:pt x="14711" y="23864"/>
                    <a:pt x="14733" y="23856"/>
                  </a:cubicBezTo>
                  <a:cubicBezTo>
                    <a:pt x="14910" y="23796"/>
                    <a:pt x="14844" y="23602"/>
                    <a:pt x="14818" y="23452"/>
                  </a:cubicBezTo>
                  <a:cubicBezTo>
                    <a:pt x="14764" y="23132"/>
                    <a:pt x="14651" y="22827"/>
                    <a:pt x="14556" y="22515"/>
                  </a:cubicBezTo>
                  <a:cubicBezTo>
                    <a:pt x="14073" y="20965"/>
                    <a:pt x="13617" y="19407"/>
                    <a:pt x="13070" y="17875"/>
                  </a:cubicBezTo>
                  <a:cubicBezTo>
                    <a:pt x="13019" y="17736"/>
                    <a:pt x="13018" y="17608"/>
                    <a:pt x="13055" y="17466"/>
                  </a:cubicBezTo>
                  <a:cubicBezTo>
                    <a:pt x="13267" y="16642"/>
                    <a:pt x="13361" y="15793"/>
                    <a:pt x="13429" y="14939"/>
                  </a:cubicBezTo>
                  <a:cubicBezTo>
                    <a:pt x="13565" y="14763"/>
                    <a:pt x="13633" y="14561"/>
                    <a:pt x="13637" y="14328"/>
                  </a:cubicBezTo>
                  <a:cubicBezTo>
                    <a:pt x="13656" y="13459"/>
                    <a:pt x="13656" y="12590"/>
                    <a:pt x="13586" y="11719"/>
                  </a:cubicBezTo>
                  <a:cubicBezTo>
                    <a:pt x="13580" y="11665"/>
                    <a:pt x="13585" y="11607"/>
                    <a:pt x="13573" y="11551"/>
                  </a:cubicBezTo>
                  <a:cubicBezTo>
                    <a:pt x="13520" y="11317"/>
                    <a:pt x="13483" y="11038"/>
                    <a:pt x="13190" y="11036"/>
                  </a:cubicBezTo>
                  <a:cubicBezTo>
                    <a:pt x="13189" y="11036"/>
                    <a:pt x="13187" y="11036"/>
                    <a:pt x="13186" y="11036"/>
                  </a:cubicBezTo>
                  <a:cubicBezTo>
                    <a:pt x="12929" y="11036"/>
                    <a:pt x="12839" y="11284"/>
                    <a:pt x="12834" y="11510"/>
                  </a:cubicBezTo>
                  <a:cubicBezTo>
                    <a:pt x="12811" y="12666"/>
                    <a:pt x="12706" y="13825"/>
                    <a:pt x="12921" y="14982"/>
                  </a:cubicBezTo>
                  <a:cubicBezTo>
                    <a:pt x="12916" y="15574"/>
                    <a:pt x="12827" y="16150"/>
                    <a:pt x="12720" y="16717"/>
                  </a:cubicBezTo>
                  <a:cubicBezTo>
                    <a:pt x="12710" y="16718"/>
                    <a:pt x="12701" y="16719"/>
                    <a:pt x="12693" y="16719"/>
                  </a:cubicBezTo>
                  <a:cubicBezTo>
                    <a:pt x="12575" y="16719"/>
                    <a:pt x="12583" y="16616"/>
                    <a:pt x="12562" y="16552"/>
                  </a:cubicBezTo>
                  <a:cubicBezTo>
                    <a:pt x="11908" y="14822"/>
                    <a:pt x="11174" y="13128"/>
                    <a:pt x="10302" y="11502"/>
                  </a:cubicBezTo>
                  <a:cubicBezTo>
                    <a:pt x="10182" y="11278"/>
                    <a:pt x="10148" y="11072"/>
                    <a:pt x="10183" y="10819"/>
                  </a:cubicBezTo>
                  <a:cubicBezTo>
                    <a:pt x="10279" y="10152"/>
                    <a:pt x="10237" y="9475"/>
                    <a:pt x="10228" y="8799"/>
                  </a:cubicBezTo>
                  <a:cubicBezTo>
                    <a:pt x="10225" y="8617"/>
                    <a:pt x="10230" y="8436"/>
                    <a:pt x="10231" y="8255"/>
                  </a:cubicBezTo>
                  <a:cubicBezTo>
                    <a:pt x="10382" y="7953"/>
                    <a:pt x="10334" y="7632"/>
                    <a:pt x="10297" y="7308"/>
                  </a:cubicBezTo>
                  <a:cubicBezTo>
                    <a:pt x="10210" y="6556"/>
                    <a:pt x="10083" y="5809"/>
                    <a:pt x="9962" y="5058"/>
                  </a:cubicBezTo>
                  <a:cubicBezTo>
                    <a:pt x="9954" y="5004"/>
                    <a:pt x="9945" y="4949"/>
                    <a:pt x="9928" y="4895"/>
                  </a:cubicBezTo>
                  <a:cubicBezTo>
                    <a:pt x="9864" y="4683"/>
                    <a:pt x="9814" y="4405"/>
                    <a:pt x="9581" y="4405"/>
                  </a:cubicBezTo>
                  <a:cubicBezTo>
                    <a:pt x="9562" y="4405"/>
                    <a:pt x="9541" y="4407"/>
                    <a:pt x="9519" y="4411"/>
                  </a:cubicBezTo>
                  <a:cubicBezTo>
                    <a:pt x="9510" y="4412"/>
                    <a:pt x="9504" y="4414"/>
                    <a:pt x="9495" y="4417"/>
                  </a:cubicBezTo>
                  <a:cubicBezTo>
                    <a:pt x="9283" y="4477"/>
                    <a:pt x="9354" y="4762"/>
                    <a:pt x="9370" y="4950"/>
                  </a:cubicBezTo>
                  <a:cubicBezTo>
                    <a:pt x="9458" y="6043"/>
                    <a:pt x="9638" y="7128"/>
                    <a:pt x="9646" y="8224"/>
                  </a:cubicBezTo>
                  <a:cubicBezTo>
                    <a:pt x="9646" y="8450"/>
                    <a:pt x="9823" y="8611"/>
                    <a:pt x="9851" y="8819"/>
                  </a:cubicBezTo>
                  <a:cubicBezTo>
                    <a:pt x="9852" y="8846"/>
                    <a:pt x="9852" y="8871"/>
                    <a:pt x="9852" y="8899"/>
                  </a:cubicBezTo>
                  <a:cubicBezTo>
                    <a:pt x="9858" y="9415"/>
                    <a:pt x="9875" y="9931"/>
                    <a:pt x="9837" y="10496"/>
                  </a:cubicBezTo>
                  <a:cubicBezTo>
                    <a:pt x="9655" y="10366"/>
                    <a:pt x="9604" y="10200"/>
                    <a:pt x="9527" y="10062"/>
                  </a:cubicBezTo>
                  <a:cubicBezTo>
                    <a:pt x="9006" y="9128"/>
                    <a:pt x="8519" y="8176"/>
                    <a:pt x="7960" y="7267"/>
                  </a:cubicBezTo>
                  <a:cubicBezTo>
                    <a:pt x="7600" y="6680"/>
                    <a:pt x="7212" y="6112"/>
                    <a:pt x="6770" y="5591"/>
                  </a:cubicBezTo>
                  <a:cubicBezTo>
                    <a:pt x="6503" y="5279"/>
                    <a:pt x="6275" y="4958"/>
                    <a:pt x="6190" y="4539"/>
                  </a:cubicBezTo>
                  <a:cubicBezTo>
                    <a:pt x="6159" y="4389"/>
                    <a:pt x="6089" y="4248"/>
                    <a:pt x="6038" y="4100"/>
                  </a:cubicBezTo>
                  <a:cubicBezTo>
                    <a:pt x="5956" y="4010"/>
                    <a:pt x="5976" y="3871"/>
                    <a:pt x="5894" y="3784"/>
                  </a:cubicBezTo>
                  <a:cubicBezTo>
                    <a:pt x="5882" y="3736"/>
                    <a:pt x="5868" y="3688"/>
                    <a:pt x="5856" y="3639"/>
                  </a:cubicBezTo>
                  <a:cubicBezTo>
                    <a:pt x="5876" y="3471"/>
                    <a:pt x="5867" y="3310"/>
                    <a:pt x="5794" y="3147"/>
                  </a:cubicBezTo>
                  <a:cubicBezTo>
                    <a:pt x="5339" y="2145"/>
                    <a:pt x="4788" y="1205"/>
                    <a:pt x="4102" y="356"/>
                  </a:cubicBezTo>
                  <a:cubicBezTo>
                    <a:pt x="3977" y="203"/>
                    <a:pt x="3818" y="1"/>
                    <a:pt x="3640"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4148775" y="2733975"/>
              <a:ext cx="120875" cy="156975"/>
            </a:xfrm>
            <a:custGeom>
              <a:rect b="b" l="l" r="r" t="t"/>
              <a:pathLst>
                <a:path extrusionOk="0" h="6279" w="4835">
                  <a:moveTo>
                    <a:pt x="362" y="1"/>
                  </a:moveTo>
                  <a:cubicBezTo>
                    <a:pt x="190" y="1"/>
                    <a:pt x="58" y="122"/>
                    <a:pt x="26" y="333"/>
                  </a:cubicBezTo>
                  <a:cubicBezTo>
                    <a:pt x="0" y="499"/>
                    <a:pt x="23" y="669"/>
                    <a:pt x="62" y="835"/>
                  </a:cubicBezTo>
                  <a:cubicBezTo>
                    <a:pt x="305" y="1897"/>
                    <a:pt x="763" y="2853"/>
                    <a:pt x="1386" y="3733"/>
                  </a:cubicBezTo>
                  <a:cubicBezTo>
                    <a:pt x="1651" y="4106"/>
                    <a:pt x="1982" y="4426"/>
                    <a:pt x="2209" y="4832"/>
                  </a:cubicBezTo>
                  <a:lnTo>
                    <a:pt x="2210" y="4833"/>
                  </a:lnTo>
                  <a:lnTo>
                    <a:pt x="2210" y="4835"/>
                  </a:lnTo>
                  <a:lnTo>
                    <a:pt x="2218" y="4835"/>
                  </a:lnTo>
                  <a:cubicBezTo>
                    <a:pt x="2312" y="4856"/>
                    <a:pt x="2391" y="4893"/>
                    <a:pt x="2366" y="5026"/>
                  </a:cubicBezTo>
                  <a:cubicBezTo>
                    <a:pt x="2589" y="5249"/>
                    <a:pt x="2819" y="5463"/>
                    <a:pt x="3081" y="5631"/>
                  </a:cubicBezTo>
                  <a:cubicBezTo>
                    <a:pt x="3198" y="5665"/>
                    <a:pt x="3303" y="5725"/>
                    <a:pt x="3406" y="5793"/>
                  </a:cubicBezTo>
                  <a:cubicBezTo>
                    <a:pt x="3533" y="5875"/>
                    <a:pt x="3654" y="5967"/>
                    <a:pt x="3788" y="6032"/>
                  </a:cubicBezTo>
                  <a:cubicBezTo>
                    <a:pt x="3844" y="6060"/>
                    <a:pt x="3902" y="6081"/>
                    <a:pt x="3963" y="6097"/>
                  </a:cubicBezTo>
                  <a:cubicBezTo>
                    <a:pt x="3744" y="5513"/>
                    <a:pt x="3409" y="4992"/>
                    <a:pt x="3101" y="4462"/>
                  </a:cubicBezTo>
                  <a:cubicBezTo>
                    <a:pt x="2831" y="4002"/>
                    <a:pt x="2545" y="3555"/>
                    <a:pt x="2309" y="3075"/>
                  </a:cubicBezTo>
                  <a:cubicBezTo>
                    <a:pt x="2261" y="2978"/>
                    <a:pt x="2221" y="2876"/>
                    <a:pt x="2164" y="2745"/>
                  </a:cubicBezTo>
                  <a:lnTo>
                    <a:pt x="2164" y="2745"/>
                  </a:lnTo>
                  <a:cubicBezTo>
                    <a:pt x="2383" y="2751"/>
                    <a:pt x="2478" y="2897"/>
                    <a:pt x="2588" y="3011"/>
                  </a:cubicBezTo>
                  <a:cubicBezTo>
                    <a:pt x="3066" y="3525"/>
                    <a:pt x="3386" y="4157"/>
                    <a:pt x="3758" y="4747"/>
                  </a:cubicBezTo>
                  <a:cubicBezTo>
                    <a:pt x="4067" y="5232"/>
                    <a:pt x="4286" y="5769"/>
                    <a:pt x="4550" y="6279"/>
                  </a:cubicBezTo>
                  <a:cubicBezTo>
                    <a:pt x="4806" y="6012"/>
                    <a:pt x="4829" y="5665"/>
                    <a:pt x="4830" y="5309"/>
                  </a:cubicBezTo>
                  <a:cubicBezTo>
                    <a:pt x="4835" y="4266"/>
                    <a:pt x="4400" y="3401"/>
                    <a:pt x="3770" y="2620"/>
                  </a:cubicBezTo>
                  <a:cubicBezTo>
                    <a:pt x="3247" y="1976"/>
                    <a:pt x="2617" y="1464"/>
                    <a:pt x="1954" y="996"/>
                  </a:cubicBezTo>
                  <a:cubicBezTo>
                    <a:pt x="1563" y="720"/>
                    <a:pt x="1147" y="484"/>
                    <a:pt x="771" y="179"/>
                  </a:cubicBezTo>
                  <a:cubicBezTo>
                    <a:pt x="697" y="119"/>
                    <a:pt x="612" y="68"/>
                    <a:pt x="526" y="34"/>
                  </a:cubicBezTo>
                  <a:cubicBezTo>
                    <a:pt x="469" y="12"/>
                    <a:pt x="414" y="1"/>
                    <a:pt x="36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4004700" y="2750825"/>
              <a:ext cx="165325" cy="91200"/>
            </a:xfrm>
            <a:custGeom>
              <a:rect b="b" l="l" r="r" t="t"/>
              <a:pathLst>
                <a:path extrusionOk="0" h="3648" w="6613">
                  <a:moveTo>
                    <a:pt x="593" y="1"/>
                  </a:moveTo>
                  <a:cubicBezTo>
                    <a:pt x="166" y="1"/>
                    <a:pt x="0" y="270"/>
                    <a:pt x="190" y="719"/>
                  </a:cubicBezTo>
                  <a:cubicBezTo>
                    <a:pt x="389" y="1195"/>
                    <a:pt x="705" y="1596"/>
                    <a:pt x="1087" y="1917"/>
                  </a:cubicBezTo>
                  <a:cubicBezTo>
                    <a:pt x="2357" y="2974"/>
                    <a:pt x="3815" y="3489"/>
                    <a:pt x="5387" y="3644"/>
                  </a:cubicBezTo>
                  <a:cubicBezTo>
                    <a:pt x="5410" y="3647"/>
                    <a:pt x="5433" y="3648"/>
                    <a:pt x="5455" y="3648"/>
                  </a:cubicBezTo>
                  <a:cubicBezTo>
                    <a:pt x="5606" y="3648"/>
                    <a:pt x="5748" y="3596"/>
                    <a:pt x="5886" y="3533"/>
                  </a:cubicBezTo>
                  <a:cubicBezTo>
                    <a:pt x="5645" y="3356"/>
                    <a:pt x="5406" y="3173"/>
                    <a:pt x="5159" y="3003"/>
                  </a:cubicBezTo>
                  <a:cubicBezTo>
                    <a:pt x="4977" y="2875"/>
                    <a:pt x="4815" y="2730"/>
                    <a:pt x="4700" y="2535"/>
                  </a:cubicBezTo>
                  <a:cubicBezTo>
                    <a:pt x="4649" y="2450"/>
                    <a:pt x="4610" y="2350"/>
                    <a:pt x="4678" y="2260"/>
                  </a:cubicBezTo>
                  <a:cubicBezTo>
                    <a:pt x="4709" y="2221"/>
                    <a:pt x="4750" y="2209"/>
                    <a:pt x="4793" y="2209"/>
                  </a:cubicBezTo>
                  <a:cubicBezTo>
                    <a:pt x="4828" y="2209"/>
                    <a:pt x="4865" y="2217"/>
                    <a:pt x="4900" y="2225"/>
                  </a:cubicBezTo>
                  <a:cubicBezTo>
                    <a:pt x="5057" y="2262"/>
                    <a:pt x="5201" y="2341"/>
                    <a:pt x="5339" y="2427"/>
                  </a:cubicBezTo>
                  <a:cubicBezTo>
                    <a:pt x="5765" y="2693"/>
                    <a:pt x="6189" y="2966"/>
                    <a:pt x="6612" y="3236"/>
                  </a:cubicBezTo>
                  <a:cubicBezTo>
                    <a:pt x="6563" y="2869"/>
                    <a:pt x="6377" y="2576"/>
                    <a:pt x="6152" y="2305"/>
                  </a:cubicBezTo>
                  <a:cubicBezTo>
                    <a:pt x="5338" y="1323"/>
                    <a:pt x="4302" y="765"/>
                    <a:pt x="3137" y="431"/>
                  </a:cubicBezTo>
                  <a:cubicBezTo>
                    <a:pt x="2319" y="197"/>
                    <a:pt x="1494" y="49"/>
                    <a:pt x="654" y="3"/>
                  </a:cubicBezTo>
                  <a:cubicBezTo>
                    <a:pt x="633" y="1"/>
                    <a:pt x="613" y="1"/>
                    <a:pt x="593"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4079875" y="2901075"/>
              <a:ext cx="165275" cy="67400"/>
            </a:xfrm>
            <a:custGeom>
              <a:rect b="b" l="l" r="r" t="t"/>
              <a:pathLst>
                <a:path extrusionOk="0" h="2696" w="6611">
                  <a:moveTo>
                    <a:pt x="3096" y="1"/>
                  </a:moveTo>
                  <a:cubicBezTo>
                    <a:pt x="2890" y="1"/>
                    <a:pt x="2682" y="12"/>
                    <a:pt x="2473" y="32"/>
                  </a:cubicBezTo>
                  <a:cubicBezTo>
                    <a:pt x="1810" y="97"/>
                    <a:pt x="1176" y="271"/>
                    <a:pt x="580" y="592"/>
                  </a:cubicBezTo>
                  <a:cubicBezTo>
                    <a:pt x="309" y="737"/>
                    <a:pt x="185" y="979"/>
                    <a:pt x="73" y="1245"/>
                  </a:cubicBezTo>
                  <a:cubicBezTo>
                    <a:pt x="1" y="1418"/>
                    <a:pt x="125" y="1520"/>
                    <a:pt x="233" y="1589"/>
                  </a:cubicBezTo>
                  <a:cubicBezTo>
                    <a:pt x="498" y="1760"/>
                    <a:pt x="765" y="1933"/>
                    <a:pt x="1049" y="2058"/>
                  </a:cubicBezTo>
                  <a:cubicBezTo>
                    <a:pt x="1934" y="2451"/>
                    <a:pt x="2843" y="2695"/>
                    <a:pt x="3778" y="2695"/>
                  </a:cubicBezTo>
                  <a:cubicBezTo>
                    <a:pt x="4026" y="2695"/>
                    <a:pt x="4275" y="2678"/>
                    <a:pt x="4527" y="2642"/>
                  </a:cubicBezTo>
                  <a:cubicBezTo>
                    <a:pt x="5082" y="2563"/>
                    <a:pt x="5674" y="2560"/>
                    <a:pt x="6119" y="2118"/>
                  </a:cubicBezTo>
                  <a:cubicBezTo>
                    <a:pt x="5524" y="1826"/>
                    <a:pt x="4888" y="1652"/>
                    <a:pt x="4300" y="1341"/>
                  </a:cubicBezTo>
                  <a:cubicBezTo>
                    <a:pt x="4206" y="1290"/>
                    <a:pt x="4102" y="1262"/>
                    <a:pt x="4038" y="1125"/>
                  </a:cubicBezTo>
                  <a:cubicBezTo>
                    <a:pt x="4102" y="1098"/>
                    <a:pt x="4163" y="1087"/>
                    <a:pt x="4222" y="1087"/>
                  </a:cubicBezTo>
                  <a:cubicBezTo>
                    <a:pt x="4318" y="1087"/>
                    <a:pt x="4411" y="1114"/>
                    <a:pt x="4505" y="1136"/>
                  </a:cubicBezTo>
                  <a:cubicBezTo>
                    <a:pt x="5224" y="1298"/>
                    <a:pt x="5905" y="1604"/>
                    <a:pt x="6611" y="1813"/>
                  </a:cubicBezTo>
                  <a:cubicBezTo>
                    <a:pt x="6506" y="1316"/>
                    <a:pt x="6184" y="994"/>
                    <a:pt x="5792" y="752"/>
                  </a:cubicBezTo>
                  <a:cubicBezTo>
                    <a:pt x="4942" y="225"/>
                    <a:pt x="4035" y="1"/>
                    <a:pt x="3096"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4151975" y="3025325"/>
              <a:ext cx="164000" cy="69200"/>
            </a:xfrm>
            <a:custGeom>
              <a:rect b="b" l="l" r="r" t="t"/>
              <a:pathLst>
                <a:path extrusionOk="0" h="2768" w="6560">
                  <a:moveTo>
                    <a:pt x="2800" y="1"/>
                  </a:moveTo>
                  <a:cubicBezTo>
                    <a:pt x="2061" y="1"/>
                    <a:pt x="1312" y="148"/>
                    <a:pt x="555" y="449"/>
                  </a:cubicBezTo>
                  <a:cubicBezTo>
                    <a:pt x="483" y="478"/>
                    <a:pt x="412" y="518"/>
                    <a:pt x="341" y="555"/>
                  </a:cubicBezTo>
                  <a:cubicBezTo>
                    <a:pt x="162" y="649"/>
                    <a:pt x="0" y="742"/>
                    <a:pt x="14" y="1013"/>
                  </a:cubicBezTo>
                  <a:cubicBezTo>
                    <a:pt x="29" y="1295"/>
                    <a:pt x="116" y="1503"/>
                    <a:pt x="364" y="1631"/>
                  </a:cubicBezTo>
                  <a:cubicBezTo>
                    <a:pt x="885" y="1902"/>
                    <a:pt x="1407" y="2160"/>
                    <a:pt x="1965" y="2326"/>
                  </a:cubicBezTo>
                  <a:cubicBezTo>
                    <a:pt x="2754" y="2564"/>
                    <a:pt x="3541" y="2767"/>
                    <a:pt x="4357" y="2767"/>
                  </a:cubicBezTo>
                  <a:cubicBezTo>
                    <a:pt x="4479" y="2767"/>
                    <a:pt x="4601" y="2763"/>
                    <a:pt x="4724" y="2753"/>
                  </a:cubicBezTo>
                  <a:cubicBezTo>
                    <a:pt x="5387" y="2701"/>
                    <a:pt x="5935" y="2399"/>
                    <a:pt x="6467" y="2033"/>
                  </a:cubicBezTo>
                  <a:lnTo>
                    <a:pt x="6465" y="2033"/>
                  </a:lnTo>
                  <a:cubicBezTo>
                    <a:pt x="5596" y="1788"/>
                    <a:pt x="4705" y="1728"/>
                    <a:pt x="3822" y="1594"/>
                  </a:cubicBezTo>
                  <a:cubicBezTo>
                    <a:pt x="3394" y="1529"/>
                    <a:pt x="2959" y="1492"/>
                    <a:pt x="2511" y="1340"/>
                  </a:cubicBezTo>
                  <a:cubicBezTo>
                    <a:pt x="2612" y="1224"/>
                    <a:pt x="2713" y="1220"/>
                    <a:pt x="2809" y="1220"/>
                  </a:cubicBezTo>
                  <a:cubicBezTo>
                    <a:pt x="2817" y="1220"/>
                    <a:pt x="2825" y="1220"/>
                    <a:pt x="2832" y="1220"/>
                  </a:cubicBezTo>
                  <a:cubicBezTo>
                    <a:pt x="2844" y="1220"/>
                    <a:pt x="2855" y="1220"/>
                    <a:pt x="2867" y="1220"/>
                  </a:cubicBezTo>
                  <a:cubicBezTo>
                    <a:pt x="2989" y="1216"/>
                    <a:pt x="3111" y="1214"/>
                    <a:pt x="3232" y="1214"/>
                  </a:cubicBezTo>
                  <a:cubicBezTo>
                    <a:pt x="4225" y="1214"/>
                    <a:pt x="5215" y="1331"/>
                    <a:pt x="6205" y="1457"/>
                  </a:cubicBezTo>
                  <a:cubicBezTo>
                    <a:pt x="6296" y="1469"/>
                    <a:pt x="6386" y="1496"/>
                    <a:pt x="6478" y="1496"/>
                  </a:cubicBezTo>
                  <a:cubicBezTo>
                    <a:pt x="6505" y="1496"/>
                    <a:pt x="6532" y="1493"/>
                    <a:pt x="6559" y="1488"/>
                  </a:cubicBezTo>
                  <a:cubicBezTo>
                    <a:pt x="6492" y="1252"/>
                    <a:pt x="6321" y="1115"/>
                    <a:pt x="6129" y="1001"/>
                  </a:cubicBezTo>
                  <a:cubicBezTo>
                    <a:pt x="5039" y="343"/>
                    <a:pt x="3930" y="1"/>
                    <a:pt x="2800"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406175" y="3011375"/>
              <a:ext cx="76550" cy="163150"/>
            </a:xfrm>
            <a:custGeom>
              <a:rect b="b" l="l" r="r" t="t"/>
              <a:pathLst>
                <a:path extrusionOk="0" h="6526" w="3062">
                  <a:moveTo>
                    <a:pt x="1373" y="1"/>
                  </a:moveTo>
                  <a:cubicBezTo>
                    <a:pt x="1187" y="1"/>
                    <a:pt x="1028" y="119"/>
                    <a:pt x="899" y="355"/>
                  </a:cubicBezTo>
                  <a:cubicBezTo>
                    <a:pt x="886" y="378"/>
                    <a:pt x="872" y="403"/>
                    <a:pt x="862" y="429"/>
                  </a:cubicBezTo>
                  <a:cubicBezTo>
                    <a:pt x="351" y="1918"/>
                    <a:pt x="1" y="3428"/>
                    <a:pt x="570" y="5026"/>
                  </a:cubicBezTo>
                  <a:cubicBezTo>
                    <a:pt x="758" y="5555"/>
                    <a:pt x="956" y="6087"/>
                    <a:pt x="1319" y="6526"/>
                  </a:cubicBezTo>
                  <a:cubicBezTo>
                    <a:pt x="1428" y="5732"/>
                    <a:pt x="1377" y="4929"/>
                    <a:pt x="1374" y="4128"/>
                  </a:cubicBezTo>
                  <a:cubicBezTo>
                    <a:pt x="1373" y="3832"/>
                    <a:pt x="1373" y="3536"/>
                    <a:pt x="1385" y="3242"/>
                  </a:cubicBezTo>
                  <a:cubicBezTo>
                    <a:pt x="1389" y="3103"/>
                    <a:pt x="1417" y="2964"/>
                    <a:pt x="1447" y="2829"/>
                  </a:cubicBezTo>
                  <a:cubicBezTo>
                    <a:pt x="1463" y="2749"/>
                    <a:pt x="1505" y="2676"/>
                    <a:pt x="1596" y="2676"/>
                  </a:cubicBezTo>
                  <a:cubicBezTo>
                    <a:pt x="1599" y="2676"/>
                    <a:pt x="1603" y="2676"/>
                    <a:pt x="1607" y="2676"/>
                  </a:cubicBezTo>
                  <a:cubicBezTo>
                    <a:pt x="1687" y="2682"/>
                    <a:pt x="1710" y="2756"/>
                    <a:pt x="1735" y="2821"/>
                  </a:cubicBezTo>
                  <a:cubicBezTo>
                    <a:pt x="1792" y="2969"/>
                    <a:pt x="1804" y="3121"/>
                    <a:pt x="1813" y="3277"/>
                  </a:cubicBezTo>
                  <a:cubicBezTo>
                    <a:pt x="1881" y="4348"/>
                    <a:pt x="1892" y="5416"/>
                    <a:pt x="1826" y="6481"/>
                  </a:cubicBezTo>
                  <a:cubicBezTo>
                    <a:pt x="2074" y="6423"/>
                    <a:pt x="2223" y="6245"/>
                    <a:pt x="2360" y="6028"/>
                  </a:cubicBezTo>
                  <a:cubicBezTo>
                    <a:pt x="2941" y="5099"/>
                    <a:pt x="3062" y="4063"/>
                    <a:pt x="2934" y="2967"/>
                  </a:cubicBezTo>
                  <a:cubicBezTo>
                    <a:pt x="2846" y="2218"/>
                    <a:pt x="2666" y="1495"/>
                    <a:pt x="2314" y="825"/>
                  </a:cubicBezTo>
                  <a:cubicBezTo>
                    <a:pt x="2176" y="562"/>
                    <a:pt x="2012" y="315"/>
                    <a:pt x="1767" y="147"/>
                  </a:cubicBezTo>
                  <a:cubicBezTo>
                    <a:pt x="1624" y="49"/>
                    <a:pt x="1493" y="1"/>
                    <a:pt x="1373"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4323575" y="2843175"/>
              <a:ext cx="69600" cy="179275"/>
            </a:xfrm>
            <a:custGeom>
              <a:rect b="b" l="l" r="r" t="t"/>
              <a:pathLst>
                <a:path extrusionOk="0" h="7171" w="2784">
                  <a:moveTo>
                    <a:pt x="674" y="0"/>
                  </a:moveTo>
                  <a:cubicBezTo>
                    <a:pt x="503" y="0"/>
                    <a:pt x="371" y="126"/>
                    <a:pt x="338" y="356"/>
                  </a:cubicBezTo>
                  <a:cubicBezTo>
                    <a:pt x="135" y="1772"/>
                    <a:pt x="1" y="3190"/>
                    <a:pt x="269" y="4631"/>
                  </a:cubicBezTo>
                  <a:cubicBezTo>
                    <a:pt x="401" y="5338"/>
                    <a:pt x="689" y="5973"/>
                    <a:pt x="1049" y="6581"/>
                  </a:cubicBezTo>
                  <a:cubicBezTo>
                    <a:pt x="1121" y="6702"/>
                    <a:pt x="1212" y="6812"/>
                    <a:pt x="1332" y="6881"/>
                  </a:cubicBezTo>
                  <a:cubicBezTo>
                    <a:pt x="1446" y="6947"/>
                    <a:pt x="1519" y="7041"/>
                    <a:pt x="1554" y="7171"/>
                  </a:cubicBezTo>
                  <a:lnTo>
                    <a:pt x="1554" y="7169"/>
                  </a:lnTo>
                  <a:cubicBezTo>
                    <a:pt x="1540" y="6328"/>
                    <a:pt x="1492" y="5488"/>
                    <a:pt x="1395" y="4649"/>
                  </a:cubicBezTo>
                  <a:cubicBezTo>
                    <a:pt x="1323" y="4024"/>
                    <a:pt x="1267" y="3396"/>
                    <a:pt x="1197" y="2689"/>
                  </a:cubicBezTo>
                  <a:lnTo>
                    <a:pt x="1197" y="2689"/>
                  </a:lnTo>
                  <a:cubicBezTo>
                    <a:pt x="1429" y="2894"/>
                    <a:pt x="1443" y="3108"/>
                    <a:pt x="1477" y="3304"/>
                  </a:cubicBezTo>
                  <a:cubicBezTo>
                    <a:pt x="1659" y="4332"/>
                    <a:pt x="1815" y="5363"/>
                    <a:pt x="1904" y="6402"/>
                  </a:cubicBezTo>
                  <a:cubicBezTo>
                    <a:pt x="1907" y="6443"/>
                    <a:pt x="1922" y="6483"/>
                    <a:pt x="1932" y="6525"/>
                  </a:cubicBezTo>
                  <a:cubicBezTo>
                    <a:pt x="2069" y="6471"/>
                    <a:pt x="2127" y="6348"/>
                    <a:pt x="2183" y="6220"/>
                  </a:cubicBezTo>
                  <a:cubicBezTo>
                    <a:pt x="2784" y="4839"/>
                    <a:pt x="2702" y="3446"/>
                    <a:pt x="2101" y="2056"/>
                  </a:cubicBezTo>
                  <a:cubicBezTo>
                    <a:pt x="1867" y="1515"/>
                    <a:pt x="1637" y="966"/>
                    <a:pt x="1295" y="482"/>
                  </a:cubicBezTo>
                  <a:cubicBezTo>
                    <a:pt x="1189" y="333"/>
                    <a:pt x="1086" y="182"/>
                    <a:pt x="931" y="84"/>
                  </a:cubicBezTo>
                  <a:cubicBezTo>
                    <a:pt x="842" y="28"/>
                    <a:pt x="754" y="0"/>
                    <a:pt x="6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4249650" y="3119600"/>
              <a:ext cx="129925" cy="99725"/>
            </a:xfrm>
            <a:custGeom>
              <a:rect b="b" l="l" r="r" t="t"/>
              <a:pathLst>
                <a:path extrusionOk="0" h="3989" w="5197">
                  <a:moveTo>
                    <a:pt x="455" y="0"/>
                  </a:moveTo>
                  <a:cubicBezTo>
                    <a:pt x="164" y="0"/>
                    <a:pt x="0" y="244"/>
                    <a:pt x="86" y="591"/>
                  </a:cubicBezTo>
                  <a:cubicBezTo>
                    <a:pt x="100" y="647"/>
                    <a:pt x="117" y="702"/>
                    <a:pt x="140" y="751"/>
                  </a:cubicBezTo>
                  <a:cubicBezTo>
                    <a:pt x="715" y="1953"/>
                    <a:pt x="1475" y="2966"/>
                    <a:pt x="2688" y="3504"/>
                  </a:cubicBezTo>
                  <a:cubicBezTo>
                    <a:pt x="3035" y="3658"/>
                    <a:pt x="3391" y="3784"/>
                    <a:pt x="3745" y="3917"/>
                  </a:cubicBezTo>
                  <a:cubicBezTo>
                    <a:pt x="3868" y="3963"/>
                    <a:pt x="3991" y="3988"/>
                    <a:pt x="4111" y="3988"/>
                  </a:cubicBezTo>
                  <a:cubicBezTo>
                    <a:pt x="4250" y="3988"/>
                    <a:pt x="4386" y="3955"/>
                    <a:pt x="4519" y="3883"/>
                  </a:cubicBezTo>
                  <a:cubicBezTo>
                    <a:pt x="4104" y="3472"/>
                    <a:pt x="3609" y="3174"/>
                    <a:pt x="3173" y="2793"/>
                  </a:cubicBezTo>
                  <a:cubicBezTo>
                    <a:pt x="2757" y="2431"/>
                    <a:pt x="2343" y="2067"/>
                    <a:pt x="1931" y="1701"/>
                  </a:cubicBezTo>
                  <a:cubicBezTo>
                    <a:pt x="1843" y="1622"/>
                    <a:pt x="1751" y="1539"/>
                    <a:pt x="1709" y="1406"/>
                  </a:cubicBezTo>
                  <a:cubicBezTo>
                    <a:pt x="1745" y="1403"/>
                    <a:pt x="1772" y="1396"/>
                    <a:pt x="1791" y="1396"/>
                  </a:cubicBezTo>
                  <a:cubicBezTo>
                    <a:pt x="1798" y="1396"/>
                    <a:pt x="1804" y="1397"/>
                    <a:pt x="1809" y="1400"/>
                  </a:cubicBezTo>
                  <a:cubicBezTo>
                    <a:pt x="2185" y="1647"/>
                    <a:pt x="2560" y="1896"/>
                    <a:pt x="2936" y="2146"/>
                  </a:cubicBezTo>
                  <a:cubicBezTo>
                    <a:pt x="3662" y="2630"/>
                    <a:pt x="4340" y="3199"/>
                    <a:pt x="5095" y="3635"/>
                  </a:cubicBezTo>
                  <a:cubicBezTo>
                    <a:pt x="5197" y="3319"/>
                    <a:pt x="5114" y="3026"/>
                    <a:pt x="4978" y="2738"/>
                  </a:cubicBezTo>
                  <a:cubicBezTo>
                    <a:pt x="4725" y="2197"/>
                    <a:pt x="4349" y="1773"/>
                    <a:pt x="3868" y="1463"/>
                  </a:cubicBezTo>
                  <a:cubicBezTo>
                    <a:pt x="3024" y="921"/>
                    <a:pt x="2150" y="451"/>
                    <a:pt x="1187" y="206"/>
                  </a:cubicBezTo>
                  <a:cubicBezTo>
                    <a:pt x="991" y="156"/>
                    <a:pt x="805" y="70"/>
                    <a:pt x="609" y="21"/>
                  </a:cubicBezTo>
                  <a:cubicBezTo>
                    <a:pt x="554" y="7"/>
                    <a:pt x="503" y="0"/>
                    <a:pt x="455"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4263425" y="2894525"/>
              <a:ext cx="3625" cy="7950"/>
            </a:xfrm>
            <a:custGeom>
              <a:rect b="b" l="l" r="r" t="t"/>
              <a:pathLst>
                <a:path extrusionOk="0" h="318" w="145">
                  <a:moveTo>
                    <a:pt x="1" y="0"/>
                  </a:moveTo>
                  <a:cubicBezTo>
                    <a:pt x="12" y="123"/>
                    <a:pt x="44" y="237"/>
                    <a:pt x="144" y="318"/>
                  </a:cubicBezTo>
                  <a:cubicBezTo>
                    <a:pt x="130" y="196"/>
                    <a:pt x="92" y="85"/>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9"/>
          <p:cNvSpPr/>
          <p:nvPr/>
        </p:nvSpPr>
        <p:spPr>
          <a:xfrm rot="-3366275">
            <a:off x="3145791" y="4737608"/>
            <a:ext cx="1074613" cy="379005"/>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9"/>
          <p:cNvGrpSpPr/>
          <p:nvPr/>
        </p:nvGrpSpPr>
        <p:grpSpPr>
          <a:xfrm>
            <a:off x="3459957" y="5"/>
            <a:ext cx="1034701" cy="800110"/>
            <a:chOff x="2459150" y="928000"/>
            <a:chExt cx="785650" cy="607525"/>
          </a:xfrm>
        </p:grpSpPr>
        <p:sp>
          <p:nvSpPr>
            <p:cNvPr id="213" name="Google Shape;213;p9"/>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 name="Shape 222"/>
        <p:cNvGrpSpPr/>
        <p:nvPr/>
      </p:nvGrpSpPr>
      <p:grpSpPr>
        <a:xfrm>
          <a:off x="0" y="0"/>
          <a:ext cx="0" cy="0"/>
          <a:chOff x="0" y="0"/>
          <a:chExt cx="0" cy="0"/>
        </a:xfrm>
      </p:grpSpPr>
      <p:sp>
        <p:nvSpPr>
          <p:cNvPr id="223" name="Google Shape;223;p10"/>
          <p:cNvSpPr txBox="1"/>
          <p:nvPr>
            <p:ph type="title"/>
          </p:nvPr>
        </p:nvSpPr>
        <p:spPr>
          <a:xfrm>
            <a:off x="720000" y="3326500"/>
            <a:ext cx="3901800" cy="128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 name="Shape 224"/>
        <p:cNvGrpSpPr/>
        <p:nvPr/>
      </p:nvGrpSpPr>
      <p:grpSpPr>
        <a:xfrm>
          <a:off x="0" y="0"/>
          <a:ext cx="0" cy="0"/>
          <a:chOff x="0" y="0"/>
          <a:chExt cx="0" cy="0"/>
        </a:xfrm>
      </p:grpSpPr>
      <p:sp>
        <p:nvSpPr>
          <p:cNvPr id="225" name="Google Shape;225;p11"/>
          <p:cNvSpPr txBox="1"/>
          <p:nvPr>
            <p:ph hasCustomPrompt="1" type="title"/>
          </p:nvPr>
        </p:nvSpPr>
        <p:spPr>
          <a:xfrm>
            <a:off x="2181000" y="1608575"/>
            <a:ext cx="4782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6" name="Google Shape;226;p11"/>
          <p:cNvSpPr txBox="1"/>
          <p:nvPr>
            <p:ph idx="1" type="subTitle"/>
          </p:nvPr>
        </p:nvSpPr>
        <p:spPr>
          <a:xfrm>
            <a:off x="2450475" y="3119725"/>
            <a:ext cx="4242900" cy="41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dk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27" name="Google Shape;227;p11"/>
          <p:cNvSpPr/>
          <p:nvPr/>
        </p:nvSpPr>
        <p:spPr>
          <a:xfrm rot="-9665917">
            <a:off x="4647375" y="-685289"/>
            <a:ext cx="5762046" cy="2951250"/>
          </a:xfrm>
          <a:custGeom>
            <a:rect b="b" l="l" r="r" t="t"/>
            <a:pathLst>
              <a:path extrusionOk="0" h="58330" w="113884">
                <a:moveTo>
                  <a:pt x="16844" y="0"/>
                </a:moveTo>
                <a:cubicBezTo>
                  <a:pt x="11180" y="0"/>
                  <a:pt x="5580" y="3527"/>
                  <a:pt x="3301" y="8745"/>
                </a:cubicBezTo>
                <a:lnTo>
                  <a:pt x="3283" y="7941"/>
                </a:lnTo>
                <a:lnTo>
                  <a:pt x="3283" y="7941"/>
                </a:lnTo>
                <a:cubicBezTo>
                  <a:pt x="0" y="11801"/>
                  <a:pt x="5957" y="16184"/>
                  <a:pt x="7925" y="18760"/>
                </a:cubicBezTo>
                <a:cubicBezTo>
                  <a:pt x="9528" y="20857"/>
                  <a:pt x="10818" y="23173"/>
                  <a:pt x="12103" y="25480"/>
                </a:cubicBezTo>
                <a:cubicBezTo>
                  <a:pt x="13591" y="28152"/>
                  <a:pt x="15936" y="31151"/>
                  <a:pt x="16566" y="34107"/>
                </a:cubicBezTo>
                <a:cubicBezTo>
                  <a:pt x="17156" y="36874"/>
                  <a:pt x="17573" y="39395"/>
                  <a:pt x="18916" y="41950"/>
                </a:cubicBezTo>
                <a:cubicBezTo>
                  <a:pt x="21467" y="46804"/>
                  <a:pt x="25858" y="50750"/>
                  <a:pt x="31129" y="52393"/>
                </a:cubicBezTo>
                <a:cubicBezTo>
                  <a:pt x="33002" y="52977"/>
                  <a:pt x="34953" y="53256"/>
                  <a:pt x="36906" y="53256"/>
                </a:cubicBezTo>
                <a:cubicBezTo>
                  <a:pt x="43752" y="53256"/>
                  <a:pt x="50636" y="49824"/>
                  <a:pt x="54368" y="44047"/>
                </a:cubicBezTo>
                <a:cubicBezTo>
                  <a:pt x="56170" y="41259"/>
                  <a:pt x="57371" y="37924"/>
                  <a:pt x="60039" y="35951"/>
                </a:cubicBezTo>
                <a:cubicBezTo>
                  <a:pt x="61556" y="34828"/>
                  <a:pt x="63405" y="34312"/>
                  <a:pt x="65285" y="34312"/>
                </a:cubicBezTo>
                <a:cubicBezTo>
                  <a:pt x="67447" y="34312"/>
                  <a:pt x="69651" y="34994"/>
                  <a:pt x="71443" y="36217"/>
                </a:cubicBezTo>
                <a:cubicBezTo>
                  <a:pt x="74792" y="38504"/>
                  <a:pt x="76825" y="42346"/>
                  <a:pt x="77748" y="46297"/>
                </a:cubicBezTo>
                <a:cubicBezTo>
                  <a:pt x="78214" y="48290"/>
                  <a:pt x="78426" y="50332"/>
                  <a:pt x="78517" y="52374"/>
                </a:cubicBezTo>
                <a:cubicBezTo>
                  <a:pt x="78581" y="53804"/>
                  <a:pt x="78277" y="55740"/>
                  <a:pt x="78896" y="57090"/>
                </a:cubicBezTo>
                <a:cubicBezTo>
                  <a:pt x="79312" y="57995"/>
                  <a:pt x="80059" y="58330"/>
                  <a:pt x="80944" y="58330"/>
                </a:cubicBezTo>
                <a:cubicBezTo>
                  <a:pt x="82875" y="58330"/>
                  <a:pt x="85467" y="56738"/>
                  <a:pt x="86729" y="56004"/>
                </a:cubicBezTo>
                <a:cubicBezTo>
                  <a:pt x="89605" y="54327"/>
                  <a:pt x="92118" y="52094"/>
                  <a:pt x="94482" y="49750"/>
                </a:cubicBezTo>
                <a:cubicBezTo>
                  <a:pt x="102168" y="42125"/>
                  <a:pt x="108491" y="33130"/>
                  <a:pt x="113067" y="23319"/>
                </a:cubicBezTo>
                <a:cubicBezTo>
                  <a:pt x="113484" y="22426"/>
                  <a:pt x="113883" y="21365"/>
                  <a:pt x="113419" y="20496"/>
                </a:cubicBezTo>
                <a:cubicBezTo>
                  <a:pt x="113026" y="19759"/>
                  <a:pt x="112149" y="19444"/>
                  <a:pt x="111343" y="19220"/>
                </a:cubicBezTo>
                <a:cubicBezTo>
                  <a:pt x="108409" y="18407"/>
                  <a:pt x="105366" y="18004"/>
                  <a:pt x="102322" y="18004"/>
                </a:cubicBezTo>
                <a:cubicBezTo>
                  <a:pt x="98024" y="18004"/>
                  <a:pt x="93726" y="18808"/>
                  <a:pt x="89733" y="20398"/>
                </a:cubicBezTo>
                <a:cubicBezTo>
                  <a:pt x="86749" y="21586"/>
                  <a:pt x="83940" y="23197"/>
                  <a:pt x="80920" y="24291"/>
                </a:cubicBezTo>
                <a:cubicBezTo>
                  <a:pt x="78917" y="25016"/>
                  <a:pt x="76902" y="25374"/>
                  <a:pt x="74893" y="25374"/>
                </a:cubicBezTo>
                <a:cubicBezTo>
                  <a:pt x="72667" y="25374"/>
                  <a:pt x="70449" y="24934"/>
                  <a:pt x="68266" y="24063"/>
                </a:cubicBezTo>
                <a:cubicBezTo>
                  <a:pt x="64479" y="22555"/>
                  <a:pt x="60940" y="20164"/>
                  <a:pt x="56802" y="19727"/>
                </a:cubicBezTo>
                <a:cubicBezTo>
                  <a:pt x="56328" y="19677"/>
                  <a:pt x="55854" y="19655"/>
                  <a:pt x="55381" y="19655"/>
                </a:cubicBezTo>
                <a:cubicBezTo>
                  <a:pt x="52981" y="19655"/>
                  <a:pt x="50588" y="20241"/>
                  <a:pt x="48254" y="20862"/>
                </a:cubicBezTo>
                <a:cubicBezTo>
                  <a:pt x="45599" y="21568"/>
                  <a:pt x="42909" y="22327"/>
                  <a:pt x="40168" y="22327"/>
                </a:cubicBezTo>
                <a:cubicBezTo>
                  <a:pt x="40025" y="22327"/>
                  <a:pt x="39881" y="22324"/>
                  <a:pt x="39737" y="22320"/>
                </a:cubicBezTo>
                <a:cubicBezTo>
                  <a:pt x="37271" y="22246"/>
                  <a:pt x="33990" y="21360"/>
                  <a:pt x="32533" y="19162"/>
                </a:cubicBezTo>
                <a:cubicBezTo>
                  <a:pt x="31275" y="17267"/>
                  <a:pt x="31439" y="14605"/>
                  <a:pt x="31117" y="12441"/>
                </a:cubicBezTo>
                <a:cubicBezTo>
                  <a:pt x="30195" y="6226"/>
                  <a:pt x="24829" y="944"/>
                  <a:pt x="18601" y="115"/>
                </a:cubicBezTo>
                <a:cubicBezTo>
                  <a:pt x="18017" y="38"/>
                  <a:pt x="17430" y="0"/>
                  <a:pt x="16844"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rot="8612904">
            <a:off x="7205099" y="4245432"/>
            <a:ext cx="1022575" cy="1151691"/>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rot="8612904">
            <a:off x="7333467" y="4408847"/>
            <a:ext cx="911233" cy="848938"/>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 name="Google Shape;230;p11"/>
          <p:cNvGrpSpPr/>
          <p:nvPr/>
        </p:nvGrpSpPr>
        <p:grpSpPr>
          <a:xfrm rot="7511106">
            <a:off x="431076" y="2634707"/>
            <a:ext cx="219213" cy="283239"/>
            <a:chOff x="2319300" y="2223950"/>
            <a:chExt cx="118650" cy="157025"/>
          </a:xfrm>
        </p:grpSpPr>
        <p:sp>
          <p:nvSpPr>
            <p:cNvPr id="231" name="Google Shape;231;p11"/>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11"/>
          <p:cNvSpPr/>
          <p:nvPr/>
        </p:nvSpPr>
        <p:spPr>
          <a:xfrm rot="-3464226">
            <a:off x="8363439" y="-302327"/>
            <a:ext cx="1022641" cy="115176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flipH="1" rot="5400000">
            <a:off x="7321497" y="4516392"/>
            <a:ext cx="1728893" cy="609780"/>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235" name="Shape 23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36" name="Shape 236"/>
        <p:cNvGrpSpPr/>
        <p:nvPr/>
      </p:nvGrpSpPr>
      <p:grpSpPr>
        <a:xfrm>
          <a:off x="0" y="0"/>
          <a:ext cx="0" cy="0"/>
          <a:chOff x="0" y="0"/>
          <a:chExt cx="0" cy="0"/>
        </a:xfrm>
      </p:grpSpPr>
      <p:sp>
        <p:nvSpPr>
          <p:cNvPr id="237" name="Google Shape;237;p13"/>
          <p:cNvSpPr txBox="1"/>
          <p:nvPr>
            <p:ph hasCustomPrompt="1" type="title"/>
          </p:nvPr>
        </p:nvSpPr>
        <p:spPr>
          <a:xfrm>
            <a:off x="715100" y="1297025"/>
            <a:ext cx="1275300" cy="488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8" name="Google Shape;238;p13"/>
          <p:cNvSpPr txBox="1"/>
          <p:nvPr>
            <p:ph idx="1" type="subTitle"/>
          </p:nvPr>
        </p:nvSpPr>
        <p:spPr>
          <a:xfrm>
            <a:off x="715100" y="2203623"/>
            <a:ext cx="23364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39" name="Google Shape;239;p13"/>
          <p:cNvSpPr txBox="1"/>
          <p:nvPr>
            <p:ph hasCustomPrompt="1" idx="2" type="title"/>
          </p:nvPr>
        </p:nvSpPr>
        <p:spPr>
          <a:xfrm>
            <a:off x="3403800" y="1297025"/>
            <a:ext cx="1275300" cy="488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0" name="Google Shape;240;p13"/>
          <p:cNvSpPr txBox="1"/>
          <p:nvPr>
            <p:ph idx="3" type="subTitle"/>
          </p:nvPr>
        </p:nvSpPr>
        <p:spPr>
          <a:xfrm>
            <a:off x="3403800" y="2203623"/>
            <a:ext cx="23364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41" name="Google Shape;241;p13"/>
          <p:cNvSpPr txBox="1"/>
          <p:nvPr>
            <p:ph hasCustomPrompt="1" idx="4" type="title"/>
          </p:nvPr>
        </p:nvSpPr>
        <p:spPr>
          <a:xfrm>
            <a:off x="715100" y="3055625"/>
            <a:ext cx="1275300" cy="488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2" name="Google Shape;242;p13"/>
          <p:cNvSpPr txBox="1"/>
          <p:nvPr>
            <p:ph idx="5" type="subTitle"/>
          </p:nvPr>
        </p:nvSpPr>
        <p:spPr>
          <a:xfrm>
            <a:off x="715100" y="3966599"/>
            <a:ext cx="23364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43" name="Google Shape;243;p13"/>
          <p:cNvSpPr txBox="1"/>
          <p:nvPr>
            <p:ph hasCustomPrompt="1" idx="6" type="title"/>
          </p:nvPr>
        </p:nvSpPr>
        <p:spPr>
          <a:xfrm>
            <a:off x="3403800" y="3055625"/>
            <a:ext cx="1275300" cy="488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4" name="Google Shape;244;p13"/>
          <p:cNvSpPr txBox="1"/>
          <p:nvPr>
            <p:ph idx="7" type="subTitle"/>
          </p:nvPr>
        </p:nvSpPr>
        <p:spPr>
          <a:xfrm>
            <a:off x="3403800" y="3966599"/>
            <a:ext cx="23364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45" name="Google Shape;245;p13"/>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6" name="Google Shape;246;p13"/>
          <p:cNvSpPr txBox="1"/>
          <p:nvPr>
            <p:ph idx="9" type="subTitle"/>
          </p:nvPr>
        </p:nvSpPr>
        <p:spPr>
          <a:xfrm>
            <a:off x="715100" y="1709575"/>
            <a:ext cx="23364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7" name="Google Shape;247;p13"/>
          <p:cNvSpPr txBox="1"/>
          <p:nvPr>
            <p:ph idx="13" type="subTitle"/>
          </p:nvPr>
        </p:nvSpPr>
        <p:spPr>
          <a:xfrm>
            <a:off x="3403800" y="1709575"/>
            <a:ext cx="23364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8" name="Google Shape;248;p13"/>
          <p:cNvSpPr txBox="1"/>
          <p:nvPr>
            <p:ph idx="14" type="subTitle"/>
          </p:nvPr>
        </p:nvSpPr>
        <p:spPr>
          <a:xfrm>
            <a:off x="715100" y="3468000"/>
            <a:ext cx="23364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9" name="Google Shape;249;p13"/>
          <p:cNvSpPr txBox="1"/>
          <p:nvPr>
            <p:ph idx="15" type="subTitle"/>
          </p:nvPr>
        </p:nvSpPr>
        <p:spPr>
          <a:xfrm>
            <a:off x="3403800" y="3468000"/>
            <a:ext cx="23364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0" name="Google Shape;250;p13"/>
          <p:cNvSpPr/>
          <p:nvPr/>
        </p:nvSpPr>
        <p:spPr>
          <a:xfrm rot="-9665917">
            <a:off x="4506225" y="-1171614"/>
            <a:ext cx="5762046" cy="2951250"/>
          </a:xfrm>
          <a:custGeom>
            <a:rect b="b" l="l" r="r" t="t"/>
            <a:pathLst>
              <a:path extrusionOk="0" h="58330" w="113884">
                <a:moveTo>
                  <a:pt x="16844" y="0"/>
                </a:moveTo>
                <a:cubicBezTo>
                  <a:pt x="11180" y="0"/>
                  <a:pt x="5580" y="3527"/>
                  <a:pt x="3301" y="8745"/>
                </a:cubicBezTo>
                <a:lnTo>
                  <a:pt x="3283" y="7941"/>
                </a:lnTo>
                <a:lnTo>
                  <a:pt x="3283" y="7941"/>
                </a:lnTo>
                <a:cubicBezTo>
                  <a:pt x="0" y="11801"/>
                  <a:pt x="5957" y="16184"/>
                  <a:pt x="7925" y="18760"/>
                </a:cubicBezTo>
                <a:cubicBezTo>
                  <a:pt x="9528" y="20857"/>
                  <a:pt x="10818" y="23173"/>
                  <a:pt x="12103" y="25480"/>
                </a:cubicBezTo>
                <a:cubicBezTo>
                  <a:pt x="13591" y="28152"/>
                  <a:pt x="15936" y="31151"/>
                  <a:pt x="16566" y="34107"/>
                </a:cubicBezTo>
                <a:cubicBezTo>
                  <a:pt x="17156" y="36874"/>
                  <a:pt x="17573" y="39395"/>
                  <a:pt x="18916" y="41950"/>
                </a:cubicBezTo>
                <a:cubicBezTo>
                  <a:pt x="21467" y="46804"/>
                  <a:pt x="25858" y="50750"/>
                  <a:pt x="31129" y="52393"/>
                </a:cubicBezTo>
                <a:cubicBezTo>
                  <a:pt x="33002" y="52977"/>
                  <a:pt x="34953" y="53256"/>
                  <a:pt x="36906" y="53256"/>
                </a:cubicBezTo>
                <a:cubicBezTo>
                  <a:pt x="43752" y="53256"/>
                  <a:pt x="50636" y="49824"/>
                  <a:pt x="54368" y="44047"/>
                </a:cubicBezTo>
                <a:cubicBezTo>
                  <a:pt x="56170" y="41259"/>
                  <a:pt x="57371" y="37924"/>
                  <a:pt x="60039" y="35951"/>
                </a:cubicBezTo>
                <a:cubicBezTo>
                  <a:pt x="61556" y="34828"/>
                  <a:pt x="63405" y="34312"/>
                  <a:pt x="65285" y="34312"/>
                </a:cubicBezTo>
                <a:cubicBezTo>
                  <a:pt x="67447" y="34312"/>
                  <a:pt x="69651" y="34994"/>
                  <a:pt x="71443" y="36217"/>
                </a:cubicBezTo>
                <a:cubicBezTo>
                  <a:pt x="74792" y="38504"/>
                  <a:pt x="76825" y="42346"/>
                  <a:pt x="77748" y="46297"/>
                </a:cubicBezTo>
                <a:cubicBezTo>
                  <a:pt x="78214" y="48290"/>
                  <a:pt x="78426" y="50332"/>
                  <a:pt x="78517" y="52374"/>
                </a:cubicBezTo>
                <a:cubicBezTo>
                  <a:pt x="78581" y="53804"/>
                  <a:pt x="78277" y="55740"/>
                  <a:pt x="78896" y="57090"/>
                </a:cubicBezTo>
                <a:cubicBezTo>
                  <a:pt x="79312" y="57995"/>
                  <a:pt x="80059" y="58330"/>
                  <a:pt x="80944" y="58330"/>
                </a:cubicBezTo>
                <a:cubicBezTo>
                  <a:pt x="82875" y="58330"/>
                  <a:pt x="85467" y="56738"/>
                  <a:pt x="86729" y="56004"/>
                </a:cubicBezTo>
                <a:cubicBezTo>
                  <a:pt x="89605" y="54327"/>
                  <a:pt x="92118" y="52094"/>
                  <a:pt x="94482" y="49750"/>
                </a:cubicBezTo>
                <a:cubicBezTo>
                  <a:pt x="102168" y="42125"/>
                  <a:pt x="108491" y="33130"/>
                  <a:pt x="113067" y="23319"/>
                </a:cubicBezTo>
                <a:cubicBezTo>
                  <a:pt x="113484" y="22426"/>
                  <a:pt x="113883" y="21365"/>
                  <a:pt x="113419" y="20496"/>
                </a:cubicBezTo>
                <a:cubicBezTo>
                  <a:pt x="113026" y="19759"/>
                  <a:pt x="112149" y="19444"/>
                  <a:pt x="111343" y="19220"/>
                </a:cubicBezTo>
                <a:cubicBezTo>
                  <a:pt x="108409" y="18407"/>
                  <a:pt x="105366" y="18004"/>
                  <a:pt x="102322" y="18004"/>
                </a:cubicBezTo>
                <a:cubicBezTo>
                  <a:pt x="98024" y="18004"/>
                  <a:pt x="93726" y="18808"/>
                  <a:pt x="89733" y="20398"/>
                </a:cubicBezTo>
                <a:cubicBezTo>
                  <a:pt x="86749" y="21586"/>
                  <a:pt x="83940" y="23197"/>
                  <a:pt x="80920" y="24291"/>
                </a:cubicBezTo>
                <a:cubicBezTo>
                  <a:pt x="78917" y="25016"/>
                  <a:pt x="76902" y="25374"/>
                  <a:pt x="74893" y="25374"/>
                </a:cubicBezTo>
                <a:cubicBezTo>
                  <a:pt x="72667" y="25374"/>
                  <a:pt x="70449" y="24934"/>
                  <a:pt x="68266" y="24063"/>
                </a:cubicBezTo>
                <a:cubicBezTo>
                  <a:pt x="64479" y="22555"/>
                  <a:pt x="60940" y="20164"/>
                  <a:pt x="56802" y="19727"/>
                </a:cubicBezTo>
                <a:cubicBezTo>
                  <a:pt x="56328" y="19677"/>
                  <a:pt x="55854" y="19655"/>
                  <a:pt x="55381" y="19655"/>
                </a:cubicBezTo>
                <a:cubicBezTo>
                  <a:pt x="52981" y="19655"/>
                  <a:pt x="50588" y="20241"/>
                  <a:pt x="48254" y="20862"/>
                </a:cubicBezTo>
                <a:cubicBezTo>
                  <a:pt x="45599" y="21568"/>
                  <a:pt x="42909" y="22327"/>
                  <a:pt x="40168" y="22327"/>
                </a:cubicBezTo>
                <a:cubicBezTo>
                  <a:pt x="40025" y="22327"/>
                  <a:pt x="39881" y="22324"/>
                  <a:pt x="39737" y="22320"/>
                </a:cubicBezTo>
                <a:cubicBezTo>
                  <a:pt x="37271" y="22246"/>
                  <a:pt x="33990" y="21360"/>
                  <a:pt x="32533" y="19162"/>
                </a:cubicBezTo>
                <a:cubicBezTo>
                  <a:pt x="31275" y="17267"/>
                  <a:pt x="31439" y="14605"/>
                  <a:pt x="31117" y="12441"/>
                </a:cubicBezTo>
                <a:cubicBezTo>
                  <a:pt x="30195" y="6226"/>
                  <a:pt x="24829" y="944"/>
                  <a:pt x="18601" y="115"/>
                </a:cubicBezTo>
                <a:cubicBezTo>
                  <a:pt x="18017" y="38"/>
                  <a:pt x="17430" y="0"/>
                  <a:pt x="16844"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rot="9901641">
            <a:off x="5707820" y="3225995"/>
            <a:ext cx="4831932" cy="2382784"/>
          </a:xfrm>
          <a:custGeom>
            <a:rect b="b" l="l" r="r" t="t"/>
            <a:pathLst>
              <a:path extrusionOk="0" h="57318" w="111886">
                <a:moveTo>
                  <a:pt x="53232" y="0"/>
                </a:moveTo>
                <a:cubicBezTo>
                  <a:pt x="51326" y="0"/>
                  <a:pt x="49430" y="195"/>
                  <a:pt x="47512" y="720"/>
                </a:cubicBezTo>
                <a:cubicBezTo>
                  <a:pt x="43081" y="1935"/>
                  <a:pt x="39426" y="4095"/>
                  <a:pt x="35786" y="6881"/>
                </a:cubicBezTo>
                <a:cubicBezTo>
                  <a:pt x="26359" y="14096"/>
                  <a:pt x="12768" y="12082"/>
                  <a:pt x="7918" y="22917"/>
                </a:cubicBezTo>
                <a:cubicBezTo>
                  <a:pt x="7178" y="24570"/>
                  <a:pt x="2562" y="31368"/>
                  <a:pt x="3582" y="32864"/>
                </a:cubicBezTo>
                <a:cubicBezTo>
                  <a:pt x="1" y="35516"/>
                  <a:pt x="1050" y="36131"/>
                  <a:pt x="3696" y="36131"/>
                </a:cubicBezTo>
                <a:cubicBezTo>
                  <a:pt x="5887" y="36131"/>
                  <a:pt x="9172" y="35709"/>
                  <a:pt x="11829" y="35671"/>
                </a:cubicBezTo>
                <a:cubicBezTo>
                  <a:pt x="11896" y="35670"/>
                  <a:pt x="11963" y="35670"/>
                  <a:pt x="12030" y="35670"/>
                </a:cubicBezTo>
                <a:cubicBezTo>
                  <a:pt x="19168" y="35670"/>
                  <a:pt x="25118" y="41225"/>
                  <a:pt x="28086" y="46083"/>
                </a:cubicBezTo>
                <a:cubicBezTo>
                  <a:pt x="30255" y="49636"/>
                  <a:pt x="31283" y="54260"/>
                  <a:pt x="34897" y="56324"/>
                </a:cubicBezTo>
                <a:cubicBezTo>
                  <a:pt x="36113" y="57018"/>
                  <a:pt x="37490" y="57317"/>
                  <a:pt x="38890" y="57317"/>
                </a:cubicBezTo>
                <a:cubicBezTo>
                  <a:pt x="40289" y="57317"/>
                  <a:pt x="41711" y="57018"/>
                  <a:pt x="43016" y="56515"/>
                </a:cubicBezTo>
                <a:cubicBezTo>
                  <a:pt x="45629" y="55510"/>
                  <a:pt x="47884" y="53779"/>
                  <a:pt x="50132" y="52113"/>
                </a:cubicBezTo>
                <a:cubicBezTo>
                  <a:pt x="52382" y="50447"/>
                  <a:pt x="54857" y="49164"/>
                  <a:pt x="57397" y="47989"/>
                </a:cubicBezTo>
                <a:cubicBezTo>
                  <a:pt x="61825" y="45940"/>
                  <a:pt x="66287" y="45064"/>
                  <a:pt x="70910" y="45064"/>
                </a:cubicBezTo>
                <a:cubicBezTo>
                  <a:pt x="72781" y="45064"/>
                  <a:pt x="74678" y="45207"/>
                  <a:pt x="76610" y="45475"/>
                </a:cubicBezTo>
                <a:cubicBezTo>
                  <a:pt x="77823" y="45643"/>
                  <a:pt x="78976" y="45739"/>
                  <a:pt x="80074" y="45739"/>
                </a:cubicBezTo>
                <a:cubicBezTo>
                  <a:pt x="84131" y="45739"/>
                  <a:pt x="87444" y="44417"/>
                  <a:pt x="90356" y="40470"/>
                </a:cubicBezTo>
                <a:cubicBezTo>
                  <a:pt x="91914" y="38360"/>
                  <a:pt x="93161" y="36025"/>
                  <a:pt x="94829" y="34000"/>
                </a:cubicBezTo>
                <a:cubicBezTo>
                  <a:pt x="97791" y="30405"/>
                  <a:pt x="102066" y="27915"/>
                  <a:pt x="106655" y="27113"/>
                </a:cubicBezTo>
                <a:cubicBezTo>
                  <a:pt x="108509" y="26789"/>
                  <a:pt x="110806" y="26437"/>
                  <a:pt x="111417" y="24656"/>
                </a:cubicBezTo>
                <a:cubicBezTo>
                  <a:pt x="111886" y="23288"/>
                  <a:pt x="111027" y="21840"/>
                  <a:pt x="110111" y="20722"/>
                </a:cubicBezTo>
                <a:cubicBezTo>
                  <a:pt x="104612" y="14018"/>
                  <a:pt x="96077" y="10723"/>
                  <a:pt x="87878" y="7901"/>
                </a:cubicBezTo>
                <a:cubicBezTo>
                  <a:pt x="78830" y="4787"/>
                  <a:pt x="69628" y="1894"/>
                  <a:pt x="60120" y="595"/>
                </a:cubicBezTo>
                <a:cubicBezTo>
                  <a:pt x="57773" y="275"/>
                  <a:pt x="55495" y="0"/>
                  <a:pt x="53232"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13"/>
          <p:cNvGrpSpPr/>
          <p:nvPr/>
        </p:nvGrpSpPr>
        <p:grpSpPr>
          <a:xfrm rot="-6642742">
            <a:off x="7596128" y="4118020"/>
            <a:ext cx="1034718" cy="800124"/>
            <a:chOff x="2459150" y="928000"/>
            <a:chExt cx="785650" cy="607525"/>
          </a:xfrm>
        </p:grpSpPr>
        <p:sp>
          <p:nvSpPr>
            <p:cNvPr id="253" name="Google Shape;253;p13"/>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 name="Google Shape;262;p13"/>
          <p:cNvSpPr/>
          <p:nvPr/>
        </p:nvSpPr>
        <p:spPr>
          <a:xfrm rot="7422336">
            <a:off x="7034364" y="114508"/>
            <a:ext cx="1074594" cy="378999"/>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rot="7422342">
            <a:off x="7514937" y="316038"/>
            <a:ext cx="1671769" cy="589616"/>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 name="Google Shape;264;p13"/>
          <p:cNvGrpSpPr/>
          <p:nvPr/>
        </p:nvGrpSpPr>
        <p:grpSpPr>
          <a:xfrm rot="1612076">
            <a:off x="8637415" y="1894549"/>
            <a:ext cx="365031" cy="202451"/>
            <a:chOff x="2111075" y="2692025"/>
            <a:chExt cx="224725" cy="124625"/>
          </a:xfrm>
        </p:grpSpPr>
        <p:sp>
          <p:nvSpPr>
            <p:cNvPr id="265" name="Google Shape;265;p13"/>
            <p:cNvSpPr/>
            <p:nvPr/>
          </p:nvSpPr>
          <p:spPr>
            <a:xfrm>
              <a:off x="2111075" y="2692025"/>
              <a:ext cx="93475" cy="72250"/>
            </a:xfrm>
            <a:custGeom>
              <a:rect b="b" l="l" r="r" t="t"/>
              <a:pathLst>
                <a:path extrusionOk="0" h="2890" w="3739">
                  <a:moveTo>
                    <a:pt x="1749" y="0"/>
                  </a:moveTo>
                  <a:cubicBezTo>
                    <a:pt x="1600" y="0"/>
                    <a:pt x="1445" y="22"/>
                    <a:pt x="1288" y="70"/>
                  </a:cubicBezTo>
                  <a:cubicBezTo>
                    <a:pt x="346" y="354"/>
                    <a:pt x="0" y="1551"/>
                    <a:pt x="529" y="2350"/>
                  </a:cubicBezTo>
                  <a:cubicBezTo>
                    <a:pt x="722" y="2640"/>
                    <a:pt x="1088" y="2889"/>
                    <a:pt x="1457" y="2889"/>
                  </a:cubicBezTo>
                  <a:cubicBezTo>
                    <a:pt x="1539" y="2889"/>
                    <a:pt x="1620" y="2877"/>
                    <a:pt x="1700" y="2851"/>
                  </a:cubicBezTo>
                  <a:cubicBezTo>
                    <a:pt x="1872" y="2824"/>
                    <a:pt x="2030" y="2749"/>
                    <a:pt x="2160" y="2634"/>
                  </a:cubicBezTo>
                  <a:cubicBezTo>
                    <a:pt x="2312" y="2659"/>
                    <a:pt x="2466" y="2672"/>
                    <a:pt x="2623" y="2672"/>
                  </a:cubicBezTo>
                  <a:cubicBezTo>
                    <a:pt x="3208" y="2667"/>
                    <a:pt x="3739" y="2065"/>
                    <a:pt x="3537" y="1471"/>
                  </a:cubicBezTo>
                  <a:cubicBezTo>
                    <a:pt x="3271" y="685"/>
                    <a:pt x="2583" y="0"/>
                    <a:pt x="17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2291850" y="2773750"/>
              <a:ext cx="43950" cy="42900"/>
            </a:xfrm>
            <a:custGeom>
              <a:rect b="b" l="l" r="r" t="t"/>
              <a:pathLst>
                <a:path extrusionOk="0" h="1716" w="1758">
                  <a:moveTo>
                    <a:pt x="880" y="0"/>
                  </a:moveTo>
                  <a:cubicBezTo>
                    <a:pt x="431" y="0"/>
                    <a:pt x="1" y="394"/>
                    <a:pt x="22" y="858"/>
                  </a:cubicBezTo>
                  <a:cubicBezTo>
                    <a:pt x="42" y="1322"/>
                    <a:pt x="399" y="1715"/>
                    <a:pt x="880" y="1715"/>
                  </a:cubicBezTo>
                  <a:cubicBezTo>
                    <a:pt x="1327" y="1715"/>
                    <a:pt x="1757" y="1320"/>
                    <a:pt x="1735" y="858"/>
                  </a:cubicBezTo>
                  <a:cubicBezTo>
                    <a:pt x="1715" y="392"/>
                    <a:pt x="1360" y="0"/>
                    <a:pt x="8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3"/>
          <p:cNvGrpSpPr/>
          <p:nvPr/>
        </p:nvGrpSpPr>
        <p:grpSpPr>
          <a:xfrm rot="-924909">
            <a:off x="6847766" y="4211070"/>
            <a:ext cx="475342" cy="217004"/>
            <a:chOff x="5915750" y="2013050"/>
            <a:chExt cx="307050" cy="140175"/>
          </a:xfrm>
        </p:grpSpPr>
        <p:sp>
          <p:nvSpPr>
            <p:cNvPr id="268" name="Google Shape;268;p13"/>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3"/>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13"/>
          <p:cNvSpPr/>
          <p:nvPr/>
        </p:nvSpPr>
        <p:spPr>
          <a:xfrm rot="-3464226">
            <a:off x="5486889" y="-302327"/>
            <a:ext cx="1022641" cy="115176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13"/>
          <p:cNvGrpSpPr/>
          <p:nvPr/>
        </p:nvGrpSpPr>
        <p:grpSpPr>
          <a:xfrm rot="-1186703">
            <a:off x="5685805" y="253521"/>
            <a:ext cx="205965" cy="329618"/>
            <a:chOff x="2319300" y="2223950"/>
            <a:chExt cx="118650" cy="157025"/>
          </a:xfrm>
        </p:grpSpPr>
        <p:sp>
          <p:nvSpPr>
            <p:cNvPr id="273" name="Google Shape;273;p13"/>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 name="Google Shape;275;p13"/>
          <p:cNvSpPr/>
          <p:nvPr/>
        </p:nvSpPr>
        <p:spPr>
          <a:xfrm rot="-7913943">
            <a:off x="-434957" y="3742449"/>
            <a:ext cx="911272" cy="848974"/>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13"/>
          <p:cNvGrpSpPr/>
          <p:nvPr/>
        </p:nvGrpSpPr>
        <p:grpSpPr>
          <a:xfrm rot="-3407359">
            <a:off x="256474" y="426493"/>
            <a:ext cx="475331" cy="216999"/>
            <a:chOff x="5915750" y="2013050"/>
            <a:chExt cx="307050" cy="140175"/>
          </a:xfrm>
        </p:grpSpPr>
        <p:sp>
          <p:nvSpPr>
            <p:cNvPr id="277" name="Google Shape;277;p13"/>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80" name="Shape 280"/>
        <p:cNvGrpSpPr/>
        <p:nvPr/>
      </p:nvGrpSpPr>
      <p:grpSpPr>
        <a:xfrm>
          <a:off x="0" y="0"/>
          <a:ext cx="0" cy="0"/>
          <a:chOff x="0" y="0"/>
          <a:chExt cx="0" cy="0"/>
        </a:xfrm>
      </p:grpSpPr>
      <p:sp>
        <p:nvSpPr>
          <p:cNvPr id="281" name="Google Shape;281;p14"/>
          <p:cNvSpPr txBox="1"/>
          <p:nvPr>
            <p:ph type="title"/>
          </p:nvPr>
        </p:nvSpPr>
        <p:spPr>
          <a:xfrm>
            <a:off x="715100" y="4076600"/>
            <a:ext cx="3391800" cy="531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5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82" name="Google Shape;282;p14"/>
          <p:cNvSpPr txBox="1"/>
          <p:nvPr>
            <p:ph idx="1" type="subTitle"/>
          </p:nvPr>
        </p:nvSpPr>
        <p:spPr>
          <a:xfrm>
            <a:off x="715100" y="1188100"/>
            <a:ext cx="3391800" cy="288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2800">
                <a:solidFill>
                  <a:schemeClr val="dk1"/>
                </a:solidFill>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283" name="Google Shape;283;p14"/>
          <p:cNvSpPr/>
          <p:nvPr>
            <p:ph idx="2" type="pic"/>
          </p:nvPr>
        </p:nvSpPr>
        <p:spPr>
          <a:xfrm>
            <a:off x="4773125" y="903950"/>
            <a:ext cx="3596700" cy="3615300"/>
          </a:xfrm>
          <a:prstGeom prst="rect">
            <a:avLst/>
          </a:prstGeom>
          <a:noFill/>
          <a:ln>
            <a:noFill/>
          </a:ln>
        </p:spPr>
      </p:sp>
      <p:sp>
        <p:nvSpPr>
          <p:cNvPr id="284" name="Google Shape;284;p14"/>
          <p:cNvSpPr/>
          <p:nvPr/>
        </p:nvSpPr>
        <p:spPr>
          <a:xfrm rot="2226225">
            <a:off x="-1962080" y="4001052"/>
            <a:ext cx="5762066" cy="2951260"/>
          </a:xfrm>
          <a:custGeom>
            <a:rect b="b" l="l" r="r" t="t"/>
            <a:pathLst>
              <a:path extrusionOk="0" h="58330" w="113884">
                <a:moveTo>
                  <a:pt x="16844" y="0"/>
                </a:moveTo>
                <a:cubicBezTo>
                  <a:pt x="11180" y="0"/>
                  <a:pt x="5580" y="3527"/>
                  <a:pt x="3301" y="8745"/>
                </a:cubicBezTo>
                <a:lnTo>
                  <a:pt x="3283" y="7941"/>
                </a:lnTo>
                <a:lnTo>
                  <a:pt x="3283" y="7941"/>
                </a:lnTo>
                <a:cubicBezTo>
                  <a:pt x="0" y="11801"/>
                  <a:pt x="5957" y="16184"/>
                  <a:pt x="7925" y="18760"/>
                </a:cubicBezTo>
                <a:cubicBezTo>
                  <a:pt x="9528" y="20857"/>
                  <a:pt x="10818" y="23173"/>
                  <a:pt x="12103" y="25480"/>
                </a:cubicBezTo>
                <a:cubicBezTo>
                  <a:pt x="13591" y="28152"/>
                  <a:pt x="15936" y="31151"/>
                  <a:pt x="16566" y="34107"/>
                </a:cubicBezTo>
                <a:cubicBezTo>
                  <a:pt x="17156" y="36874"/>
                  <a:pt x="17573" y="39395"/>
                  <a:pt x="18916" y="41950"/>
                </a:cubicBezTo>
                <a:cubicBezTo>
                  <a:pt x="21467" y="46804"/>
                  <a:pt x="25858" y="50750"/>
                  <a:pt x="31129" y="52393"/>
                </a:cubicBezTo>
                <a:cubicBezTo>
                  <a:pt x="33002" y="52977"/>
                  <a:pt x="34953" y="53256"/>
                  <a:pt x="36906" y="53256"/>
                </a:cubicBezTo>
                <a:cubicBezTo>
                  <a:pt x="43752" y="53256"/>
                  <a:pt x="50636" y="49824"/>
                  <a:pt x="54368" y="44047"/>
                </a:cubicBezTo>
                <a:cubicBezTo>
                  <a:pt x="56170" y="41259"/>
                  <a:pt x="57371" y="37924"/>
                  <a:pt x="60039" y="35951"/>
                </a:cubicBezTo>
                <a:cubicBezTo>
                  <a:pt x="61556" y="34828"/>
                  <a:pt x="63405" y="34312"/>
                  <a:pt x="65285" y="34312"/>
                </a:cubicBezTo>
                <a:cubicBezTo>
                  <a:pt x="67447" y="34312"/>
                  <a:pt x="69651" y="34994"/>
                  <a:pt x="71443" y="36217"/>
                </a:cubicBezTo>
                <a:cubicBezTo>
                  <a:pt x="74792" y="38504"/>
                  <a:pt x="76825" y="42346"/>
                  <a:pt x="77748" y="46297"/>
                </a:cubicBezTo>
                <a:cubicBezTo>
                  <a:pt x="78214" y="48290"/>
                  <a:pt x="78426" y="50332"/>
                  <a:pt x="78517" y="52374"/>
                </a:cubicBezTo>
                <a:cubicBezTo>
                  <a:pt x="78581" y="53804"/>
                  <a:pt x="78277" y="55740"/>
                  <a:pt x="78896" y="57090"/>
                </a:cubicBezTo>
                <a:cubicBezTo>
                  <a:pt x="79312" y="57995"/>
                  <a:pt x="80059" y="58330"/>
                  <a:pt x="80944" y="58330"/>
                </a:cubicBezTo>
                <a:cubicBezTo>
                  <a:pt x="82875" y="58330"/>
                  <a:pt x="85467" y="56738"/>
                  <a:pt x="86729" y="56004"/>
                </a:cubicBezTo>
                <a:cubicBezTo>
                  <a:pt x="89605" y="54327"/>
                  <a:pt x="92118" y="52094"/>
                  <a:pt x="94482" y="49750"/>
                </a:cubicBezTo>
                <a:cubicBezTo>
                  <a:pt x="102168" y="42125"/>
                  <a:pt x="108491" y="33130"/>
                  <a:pt x="113067" y="23319"/>
                </a:cubicBezTo>
                <a:cubicBezTo>
                  <a:pt x="113484" y="22426"/>
                  <a:pt x="113883" y="21365"/>
                  <a:pt x="113419" y="20496"/>
                </a:cubicBezTo>
                <a:cubicBezTo>
                  <a:pt x="113026" y="19759"/>
                  <a:pt x="112149" y="19444"/>
                  <a:pt x="111343" y="19220"/>
                </a:cubicBezTo>
                <a:cubicBezTo>
                  <a:pt x="108409" y="18407"/>
                  <a:pt x="105366" y="18004"/>
                  <a:pt x="102322" y="18004"/>
                </a:cubicBezTo>
                <a:cubicBezTo>
                  <a:pt x="98024" y="18004"/>
                  <a:pt x="93726" y="18808"/>
                  <a:pt x="89733" y="20398"/>
                </a:cubicBezTo>
                <a:cubicBezTo>
                  <a:pt x="86749" y="21586"/>
                  <a:pt x="83940" y="23197"/>
                  <a:pt x="80920" y="24291"/>
                </a:cubicBezTo>
                <a:cubicBezTo>
                  <a:pt x="78917" y="25016"/>
                  <a:pt x="76902" y="25374"/>
                  <a:pt x="74893" y="25374"/>
                </a:cubicBezTo>
                <a:cubicBezTo>
                  <a:pt x="72667" y="25374"/>
                  <a:pt x="70449" y="24934"/>
                  <a:pt x="68266" y="24063"/>
                </a:cubicBezTo>
                <a:cubicBezTo>
                  <a:pt x="64479" y="22555"/>
                  <a:pt x="60940" y="20164"/>
                  <a:pt x="56802" y="19727"/>
                </a:cubicBezTo>
                <a:cubicBezTo>
                  <a:pt x="56328" y="19677"/>
                  <a:pt x="55854" y="19655"/>
                  <a:pt x="55381" y="19655"/>
                </a:cubicBezTo>
                <a:cubicBezTo>
                  <a:pt x="52981" y="19655"/>
                  <a:pt x="50588" y="20241"/>
                  <a:pt x="48254" y="20862"/>
                </a:cubicBezTo>
                <a:cubicBezTo>
                  <a:pt x="45599" y="21568"/>
                  <a:pt x="42909" y="22327"/>
                  <a:pt x="40168" y="22327"/>
                </a:cubicBezTo>
                <a:cubicBezTo>
                  <a:pt x="40025" y="22327"/>
                  <a:pt x="39881" y="22324"/>
                  <a:pt x="39737" y="22320"/>
                </a:cubicBezTo>
                <a:cubicBezTo>
                  <a:pt x="37271" y="22246"/>
                  <a:pt x="33990" y="21360"/>
                  <a:pt x="32533" y="19162"/>
                </a:cubicBezTo>
                <a:cubicBezTo>
                  <a:pt x="31275" y="17267"/>
                  <a:pt x="31439" y="14605"/>
                  <a:pt x="31117" y="12441"/>
                </a:cubicBezTo>
                <a:cubicBezTo>
                  <a:pt x="30195" y="6226"/>
                  <a:pt x="24829" y="944"/>
                  <a:pt x="18601" y="115"/>
                </a:cubicBezTo>
                <a:cubicBezTo>
                  <a:pt x="18017" y="38"/>
                  <a:pt x="17430" y="0"/>
                  <a:pt x="16844"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rot="-3464226">
            <a:off x="963689" y="-411727"/>
            <a:ext cx="1022641" cy="115176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 name="Google Shape;286;p14"/>
          <p:cNvGrpSpPr/>
          <p:nvPr/>
        </p:nvGrpSpPr>
        <p:grpSpPr>
          <a:xfrm rot="-5400000">
            <a:off x="-652929" y="1329799"/>
            <a:ext cx="1249969" cy="966572"/>
            <a:chOff x="2459150" y="928000"/>
            <a:chExt cx="785650" cy="607525"/>
          </a:xfrm>
        </p:grpSpPr>
        <p:sp>
          <p:nvSpPr>
            <p:cNvPr id="287" name="Google Shape;287;p14"/>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96" name="Shape 296"/>
        <p:cNvGrpSpPr/>
        <p:nvPr/>
      </p:nvGrpSpPr>
      <p:grpSpPr>
        <a:xfrm>
          <a:off x="0" y="0"/>
          <a:ext cx="0" cy="0"/>
          <a:chOff x="0" y="0"/>
          <a:chExt cx="0" cy="0"/>
        </a:xfrm>
      </p:grpSpPr>
      <p:sp>
        <p:nvSpPr>
          <p:cNvPr id="297" name="Google Shape;297;p15"/>
          <p:cNvSpPr txBox="1"/>
          <p:nvPr>
            <p:ph idx="1" type="subTitle"/>
          </p:nvPr>
        </p:nvSpPr>
        <p:spPr>
          <a:xfrm>
            <a:off x="4628525" y="3638300"/>
            <a:ext cx="3543900" cy="81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8" name="Google Shape;298;p15"/>
          <p:cNvSpPr txBox="1"/>
          <p:nvPr>
            <p:ph type="title"/>
          </p:nvPr>
        </p:nvSpPr>
        <p:spPr>
          <a:xfrm>
            <a:off x="4628525" y="1931075"/>
            <a:ext cx="3543900" cy="1707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9" name="Google Shape;299;p15"/>
          <p:cNvSpPr/>
          <p:nvPr>
            <p:ph idx="2" type="pic"/>
          </p:nvPr>
        </p:nvSpPr>
        <p:spPr>
          <a:xfrm>
            <a:off x="950325" y="811463"/>
            <a:ext cx="3252000" cy="3721200"/>
          </a:xfrm>
          <a:prstGeom prst="rect">
            <a:avLst/>
          </a:prstGeom>
          <a:noFill/>
          <a:ln>
            <a:noFill/>
          </a:ln>
        </p:spPr>
      </p:sp>
      <p:sp>
        <p:nvSpPr>
          <p:cNvPr id="300" name="Google Shape;300;p15"/>
          <p:cNvSpPr/>
          <p:nvPr/>
        </p:nvSpPr>
        <p:spPr>
          <a:xfrm flipH="1" rot="-6157303">
            <a:off x="5257892" y="-905861"/>
            <a:ext cx="4443227" cy="4406816"/>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rot="7831339">
            <a:off x="6102079" y="3398987"/>
            <a:ext cx="4653637" cy="4490194"/>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15"/>
          <p:cNvGrpSpPr/>
          <p:nvPr/>
        </p:nvGrpSpPr>
        <p:grpSpPr>
          <a:xfrm rot="-1464563">
            <a:off x="4533112" y="212416"/>
            <a:ext cx="475334" cy="322370"/>
            <a:chOff x="3550275" y="3378650"/>
            <a:chExt cx="203875" cy="138275"/>
          </a:xfrm>
        </p:grpSpPr>
        <p:sp>
          <p:nvSpPr>
            <p:cNvPr id="303" name="Google Shape;303;p15"/>
            <p:cNvSpPr/>
            <p:nvPr/>
          </p:nvSpPr>
          <p:spPr>
            <a:xfrm>
              <a:off x="3550275" y="3443650"/>
              <a:ext cx="87700" cy="73275"/>
            </a:xfrm>
            <a:custGeom>
              <a:rect b="b" l="l" r="r" t="t"/>
              <a:pathLst>
                <a:path extrusionOk="0" h="2931" w="3508">
                  <a:moveTo>
                    <a:pt x="1927" y="1"/>
                  </a:moveTo>
                  <a:cubicBezTo>
                    <a:pt x="1548" y="1"/>
                    <a:pt x="1178" y="140"/>
                    <a:pt x="873" y="375"/>
                  </a:cubicBezTo>
                  <a:cubicBezTo>
                    <a:pt x="356" y="774"/>
                    <a:pt x="1" y="1459"/>
                    <a:pt x="363" y="2088"/>
                  </a:cubicBezTo>
                  <a:cubicBezTo>
                    <a:pt x="581" y="2465"/>
                    <a:pt x="978" y="2687"/>
                    <a:pt x="1390" y="2712"/>
                  </a:cubicBezTo>
                  <a:cubicBezTo>
                    <a:pt x="1415" y="2729"/>
                    <a:pt x="1439" y="2750"/>
                    <a:pt x="1467" y="2765"/>
                  </a:cubicBezTo>
                  <a:cubicBezTo>
                    <a:pt x="1667" y="2877"/>
                    <a:pt x="1881" y="2930"/>
                    <a:pt x="2093" y="2930"/>
                  </a:cubicBezTo>
                  <a:cubicBezTo>
                    <a:pt x="2440" y="2930"/>
                    <a:pt x="2782" y="2788"/>
                    <a:pt x="3045" y="2530"/>
                  </a:cubicBezTo>
                  <a:cubicBezTo>
                    <a:pt x="3419" y="2163"/>
                    <a:pt x="3507" y="1578"/>
                    <a:pt x="3367" y="1090"/>
                  </a:cubicBezTo>
                  <a:cubicBezTo>
                    <a:pt x="3224" y="598"/>
                    <a:pt x="2832" y="193"/>
                    <a:pt x="2334" y="56"/>
                  </a:cubicBezTo>
                  <a:cubicBezTo>
                    <a:pt x="2199" y="18"/>
                    <a:pt x="2062" y="1"/>
                    <a:pt x="1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3706675" y="3378650"/>
              <a:ext cx="47475" cy="44100"/>
            </a:xfrm>
            <a:custGeom>
              <a:rect b="b" l="l" r="r" t="t"/>
              <a:pathLst>
                <a:path extrusionOk="0" h="1764" w="1899">
                  <a:moveTo>
                    <a:pt x="905" y="0"/>
                  </a:moveTo>
                  <a:cubicBezTo>
                    <a:pt x="790" y="0"/>
                    <a:pt x="674" y="23"/>
                    <a:pt x="562" y="69"/>
                  </a:cubicBezTo>
                  <a:cubicBezTo>
                    <a:pt x="250" y="201"/>
                    <a:pt x="0" y="528"/>
                    <a:pt x="17" y="880"/>
                  </a:cubicBezTo>
                  <a:cubicBezTo>
                    <a:pt x="30" y="1190"/>
                    <a:pt x="184" y="1487"/>
                    <a:pt x="456" y="1647"/>
                  </a:cubicBezTo>
                  <a:cubicBezTo>
                    <a:pt x="592" y="1726"/>
                    <a:pt x="743" y="1764"/>
                    <a:pt x="893" y="1764"/>
                  </a:cubicBezTo>
                  <a:cubicBezTo>
                    <a:pt x="1126" y="1764"/>
                    <a:pt x="1357" y="1674"/>
                    <a:pt x="1532" y="1509"/>
                  </a:cubicBezTo>
                  <a:cubicBezTo>
                    <a:pt x="1550" y="1490"/>
                    <a:pt x="1568" y="1474"/>
                    <a:pt x="1587" y="1455"/>
                  </a:cubicBezTo>
                  <a:cubicBezTo>
                    <a:pt x="1899" y="1158"/>
                    <a:pt x="1899" y="603"/>
                    <a:pt x="1587" y="306"/>
                  </a:cubicBezTo>
                  <a:cubicBezTo>
                    <a:pt x="1568" y="287"/>
                    <a:pt x="1550" y="271"/>
                    <a:pt x="1532" y="252"/>
                  </a:cubicBezTo>
                  <a:cubicBezTo>
                    <a:pt x="1357" y="88"/>
                    <a:pt x="1133" y="0"/>
                    <a:pt x="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15"/>
          <p:cNvGrpSpPr/>
          <p:nvPr/>
        </p:nvGrpSpPr>
        <p:grpSpPr>
          <a:xfrm rot="-9382071">
            <a:off x="-215662" y="243063"/>
            <a:ext cx="1468157" cy="1220836"/>
            <a:chOff x="5861250" y="3367000"/>
            <a:chExt cx="886875" cy="737475"/>
          </a:xfrm>
        </p:grpSpPr>
        <p:sp>
          <p:nvSpPr>
            <p:cNvPr id="306" name="Google Shape;306;p15"/>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324" name="Shape 324"/>
        <p:cNvGrpSpPr/>
        <p:nvPr/>
      </p:nvGrpSpPr>
      <p:grpSpPr>
        <a:xfrm>
          <a:off x="0" y="0"/>
          <a:ext cx="0" cy="0"/>
          <a:chOff x="0" y="0"/>
          <a:chExt cx="0" cy="0"/>
        </a:xfrm>
      </p:grpSpPr>
      <p:sp>
        <p:nvSpPr>
          <p:cNvPr id="325" name="Google Shape;325;p16"/>
          <p:cNvSpPr txBox="1"/>
          <p:nvPr>
            <p:ph idx="1" type="subTitle"/>
          </p:nvPr>
        </p:nvSpPr>
        <p:spPr>
          <a:xfrm>
            <a:off x="999550" y="3197250"/>
            <a:ext cx="2830200" cy="106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6" name="Google Shape;326;p16"/>
          <p:cNvSpPr txBox="1"/>
          <p:nvPr>
            <p:ph type="title"/>
          </p:nvPr>
        </p:nvSpPr>
        <p:spPr>
          <a:xfrm>
            <a:off x="999550" y="2003350"/>
            <a:ext cx="2830200" cy="1194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7" name="Google Shape;327;p16"/>
          <p:cNvSpPr/>
          <p:nvPr/>
        </p:nvSpPr>
        <p:spPr>
          <a:xfrm>
            <a:off x="-1506713" y="1524187"/>
            <a:ext cx="4443632" cy="4407218"/>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rot="765643">
            <a:off x="6708580" y="-1496838"/>
            <a:ext cx="4653738" cy="4490292"/>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16"/>
          <p:cNvGrpSpPr/>
          <p:nvPr/>
        </p:nvGrpSpPr>
        <p:grpSpPr>
          <a:xfrm>
            <a:off x="2378682" y="-203817"/>
            <a:ext cx="1372216" cy="1061103"/>
            <a:chOff x="2459150" y="928000"/>
            <a:chExt cx="785650" cy="607525"/>
          </a:xfrm>
        </p:grpSpPr>
        <p:sp>
          <p:nvSpPr>
            <p:cNvPr id="330" name="Google Shape;330;p16"/>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6"/>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 name="Google Shape;339;p16"/>
          <p:cNvSpPr/>
          <p:nvPr/>
        </p:nvSpPr>
        <p:spPr>
          <a:xfrm rot="-3366265">
            <a:off x="3346901" y="4660537"/>
            <a:ext cx="1511659" cy="533147"/>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4616213" y="4449725"/>
            <a:ext cx="911300" cy="849000"/>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rot="-1989272">
            <a:off x="7417035" y="66166"/>
            <a:ext cx="822401" cy="937677"/>
          </a:xfrm>
          <a:custGeom>
            <a:rect b="b" l="l" r="r" t="t"/>
            <a:pathLst>
              <a:path extrusionOk="0" h="37507" w="32896">
                <a:moveTo>
                  <a:pt x="6796" y="1"/>
                </a:moveTo>
                <a:cubicBezTo>
                  <a:pt x="6728" y="1"/>
                  <a:pt x="6659" y="17"/>
                  <a:pt x="6595" y="52"/>
                </a:cubicBezTo>
                <a:cubicBezTo>
                  <a:pt x="2223" y="2430"/>
                  <a:pt x="0" y="6661"/>
                  <a:pt x="168" y="12283"/>
                </a:cubicBezTo>
                <a:cubicBezTo>
                  <a:pt x="446" y="21524"/>
                  <a:pt x="7364" y="32462"/>
                  <a:pt x="15275" y="36168"/>
                </a:cubicBezTo>
                <a:cubicBezTo>
                  <a:pt x="17180" y="37061"/>
                  <a:pt x="19051" y="37505"/>
                  <a:pt x="20851" y="37505"/>
                </a:cubicBezTo>
                <a:lnTo>
                  <a:pt x="20851" y="37506"/>
                </a:lnTo>
                <a:cubicBezTo>
                  <a:pt x="23312" y="37505"/>
                  <a:pt x="25644" y="36675"/>
                  <a:pt x="27754" y="35022"/>
                </a:cubicBezTo>
                <a:cubicBezTo>
                  <a:pt x="31690" y="31938"/>
                  <a:pt x="32895" y="27017"/>
                  <a:pt x="31148" y="21166"/>
                </a:cubicBezTo>
                <a:cubicBezTo>
                  <a:pt x="29873" y="16897"/>
                  <a:pt x="27080" y="12349"/>
                  <a:pt x="23485" y="8687"/>
                </a:cubicBezTo>
                <a:cubicBezTo>
                  <a:pt x="19872" y="5005"/>
                  <a:pt x="15956" y="2738"/>
                  <a:pt x="12740" y="2469"/>
                </a:cubicBezTo>
                <a:cubicBezTo>
                  <a:pt x="12517" y="2450"/>
                  <a:pt x="12298" y="2440"/>
                  <a:pt x="12083" y="2440"/>
                </a:cubicBezTo>
                <a:cubicBezTo>
                  <a:pt x="9554" y="2440"/>
                  <a:pt x="7582" y="3739"/>
                  <a:pt x="6358" y="6223"/>
                </a:cubicBezTo>
                <a:cubicBezTo>
                  <a:pt x="4625" y="9735"/>
                  <a:pt x="5168" y="14428"/>
                  <a:pt x="7883" y="19436"/>
                </a:cubicBezTo>
                <a:cubicBezTo>
                  <a:pt x="10172" y="23655"/>
                  <a:pt x="13826" y="27607"/>
                  <a:pt x="17195" y="29503"/>
                </a:cubicBezTo>
                <a:cubicBezTo>
                  <a:pt x="18610" y="30298"/>
                  <a:pt x="20069" y="30707"/>
                  <a:pt x="21415" y="30707"/>
                </a:cubicBezTo>
                <a:cubicBezTo>
                  <a:pt x="22167" y="30707"/>
                  <a:pt x="22885" y="30579"/>
                  <a:pt x="23540" y="30320"/>
                </a:cubicBezTo>
                <a:cubicBezTo>
                  <a:pt x="25142" y="29686"/>
                  <a:pt x="26314" y="28319"/>
                  <a:pt x="26932" y="26362"/>
                </a:cubicBezTo>
                <a:cubicBezTo>
                  <a:pt x="28272" y="22117"/>
                  <a:pt x="25867" y="16618"/>
                  <a:pt x="23169" y="12890"/>
                </a:cubicBezTo>
                <a:cubicBezTo>
                  <a:pt x="22237" y="11601"/>
                  <a:pt x="17609" y="5535"/>
                  <a:pt x="13112" y="5535"/>
                </a:cubicBezTo>
                <a:cubicBezTo>
                  <a:pt x="12813" y="5535"/>
                  <a:pt x="12514" y="5562"/>
                  <a:pt x="12217" y="5619"/>
                </a:cubicBezTo>
                <a:cubicBezTo>
                  <a:pt x="10944" y="5862"/>
                  <a:pt x="9998" y="6500"/>
                  <a:pt x="9403" y="7518"/>
                </a:cubicBezTo>
                <a:cubicBezTo>
                  <a:pt x="7997" y="9914"/>
                  <a:pt x="8993" y="13613"/>
                  <a:pt x="9485" y="15091"/>
                </a:cubicBezTo>
                <a:cubicBezTo>
                  <a:pt x="10853" y="19198"/>
                  <a:pt x="14520" y="25557"/>
                  <a:pt x="19012" y="26237"/>
                </a:cubicBezTo>
                <a:cubicBezTo>
                  <a:pt x="19350" y="26288"/>
                  <a:pt x="19664" y="26311"/>
                  <a:pt x="19956" y="26311"/>
                </a:cubicBezTo>
                <a:cubicBezTo>
                  <a:pt x="21502" y="26311"/>
                  <a:pt x="22434" y="25661"/>
                  <a:pt x="22964" y="25061"/>
                </a:cubicBezTo>
                <a:cubicBezTo>
                  <a:pt x="24060" y="23822"/>
                  <a:pt x="24351" y="21794"/>
                  <a:pt x="23745" y="19634"/>
                </a:cubicBezTo>
                <a:cubicBezTo>
                  <a:pt x="22996" y="16973"/>
                  <a:pt x="19085" y="10045"/>
                  <a:pt x="16141" y="9136"/>
                </a:cubicBezTo>
                <a:cubicBezTo>
                  <a:pt x="15616" y="8974"/>
                  <a:pt x="15160" y="8907"/>
                  <a:pt x="14765" y="8907"/>
                </a:cubicBezTo>
                <a:cubicBezTo>
                  <a:pt x="13868" y="8907"/>
                  <a:pt x="13285" y="9252"/>
                  <a:pt x="12925" y="9603"/>
                </a:cubicBezTo>
                <a:cubicBezTo>
                  <a:pt x="11662" y="10833"/>
                  <a:pt x="11781" y="13286"/>
                  <a:pt x="12265" y="15012"/>
                </a:cubicBezTo>
                <a:cubicBezTo>
                  <a:pt x="12684" y="16512"/>
                  <a:pt x="15185" y="21808"/>
                  <a:pt x="17920" y="23141"/>
                </a:cubicBezTo>
                <a:cubicBezTo>
                  <a:pt x="18346" y="23349"/>
                  <a:pt x="18760" y="23453"/>
                  <a:pt x="19159" y="23453"/>
                </a:cubicBezTo>
                <a:cubicBezTo>
                  <a:pt x="19454" y="23453"/>
                  <a:pt x="19741" y="23396"/>
                  <a:pt x="20017" y="23282"/>
                </a:cubicBezTo>
                <a:cubicBezTo>
                  <a:pt x="20623" y="23033"/>
                  <a:pt x="21313" y="22372"/>
                  <a:pt x="21154" y="20642"/>
                </a:cubicBezTo>
                <a:cubicBezTo>
                  <a:pt x="20920" y="18099"/>
                  <a:pt x="18817" y="14191"/>
                  <a:pt x="17066" y="13824"/>
                </a:cubicBezTo>
                <a:cubicBezTo>
                  <a:pt x="16987" y="13808"/>
                  <a:pt x="16892" y="13795"/>
                  <a:pt x="16788" y="13795"/>
                </a:cubicBezTo>
                <a:cubicBezTo>
                  <a:pt x="16436" y="13795"/>
                  <a:pt x="15973" y="13939"/>
                  <a:pt x="15626" y="14567"/>
                </a:cubicBezTo>
                <a:cubicBezTo>
                  <a:pt x="15287" y="15182"/>
                  <a:pt x="15555" y="16073"/>
                  <a:pt x="15890" y="16648"/>
                </a:cubicBezTo>
                <a:cubicBezTo>
                  <a:pt x="16275" y="17315"/>
                  <a:pt x="16791" y="17702"/>
                  <a:pt x="17305" y="17711"/>
                </a:cubicBezTo>
                <a:cubicBezTo>
                  <a:pt x="17306" y="17711"/>
                  <a:pt x="17306" y="17711"/>
                  <a:pt x="17307" y="17711"/>
                </a:cubicBezTo>
                <a:cubicBezTo>
                  <a:pt x="17534" y="17711"/>
                  <a:pt x="17732" y="17527"/>
                  <a:pt x="17736" y="17293"/>
                </a:cubicBezTo>
                <a:cubicBezTo>
                  <a:pt x="17739" y="17061"/>
                  <a:pt x="17553" y="16868"/>
                  <a:pt x="17320" y="16863"/>
                </a:cubicBezTo>
                <a:cubicBezTo>
                  <a:pt x="17161" y="16862"/>
                  <a:pt x="16875" y="16660"/>
                  <a:pt x="16622" y="16222"/>
                </a:cubicBezTo>
                <a:cubicBezTo>
                  <a:pt x="16320" y="15701"/>
                  <a:pt x="16257" y="15180"/>
                  <a:pt x="16368" y="14977"/>
                </a:cubicBezTo>
                <a:cubicBezTo>
                  <a:pt x="16525" y="14694"/>
                  <a:pt x="16674" y="14639"/>
                  <a:pt x="16785" y="14639"/>
                </a:cubicBezTo>
                <a:cubicBezTo>
                  <a:pt x="16826" y="14639"/>
                  <a:pt x="16862" y="14647"/>
                  <a:pt x="16892" y="14653"/>
                </a:cubicBezTo>
                <a:cubicBezTo>
                  <a:pt x="18017" y="14889"/>
                  <a:pt x="20082" y="18243"/>
                  <a:pt x="20311" y="20719"/>
                </a:cubicBezTo>
                <a:cubicBezTo>
                  <a:pt x="20372" y="21390"/>
                  <a:pt x="20316" y="22244"/>
                  <a:pt x="19695" y="22500"/>
                </a:cubicBezTo>
                <a:cubicBezTo>
                  <a:pt x="19523" y="22570"/>
                  <a:pt x="19344" y="22605"/>
                  <a:pt x="19158" y="22605"/>
                </a:cubicBezTo>
                <a:cubicBezTo>
                  <a:pt x="18887" y="22605"/>
                  <a:pt x="18600" y="22530"/>
                  <a:pt x="18291" y="22379"/>
                </a:cubicBezTo>
                <a:cubicBezTo>
                  <a:pt x="15948" y="21237"/>
                  <a:pt x="13501" y="16289"/>
                  <a:pt x="13080" y="14784"/>
                </a:cubicBezTo>
                <a:cubicBezTo>
                  <a:pt x="12639" y="13214"/>
                  <a:pt x="12589" y="11113"/>
                  <a:pt x="13515" y="10210"/>
                </a:cubicBezTo>
                <a:cubicBezTo>
                  <a:pt x="13828" y="9905"/>
                  <a:pt x="14245" y="9752"/>
                  <a:pt x="14761" y="9752"/>
                </a:cubicBezTo>
                <a:cubicBezTo>
                  <a:pt x="15097" y="9752"/>
                  <a:pt x="15474" y="9816"/>
                  <a:pt x="15891" y="9945"/>
                </a:cubicBezTo>
                <a:cubicBezTo>
                  <a:pt x="18482" y="10745"/>
                  <a:pt x="22258" y="17474"/>
                  <a:pt x="22930" y="19864"/>
                </a:cubicBezTo>
                <a:cubicBezTo>
                  <a:pt x="23449" y="21715"/>
                  <a:pt x="23220" y="23492"/>
                  <a:pt x="22329" y="24500"/>
                </a:cubicBezTo>
                <a:cubicBezTo>
                  <a:pt x="21767" y="25137"/>
                  <a:pt x="20952" y="25464"/>
                  <a:pt x="19944" y="25464"/>
                </a:cubicBezTo>
                <a:cubicBezTo>
                  <a:pt x="19688" y="25464"/>
                  <a:pt x="19420" y="25443"/>
                  <a:pt x="19140" y="25400"/>
                </a:cubicBezTo>
                <a:cubicBezTo>
                  <a:pt x="15053" y="24781"/>
                  <a:pt x="11542" y="18583"/>
                  <a:pt x="10289" y="14824"/>
                </a:cubicBezTo>
                <a:cubicBezTo>
                  <a:pt x="9933" y="13755"/>
                  <a:pt x="8870" y="10102"/>
                  <a:pt x="10133" y="7945"/>
                </a:cubicBezTo>
                <a:cubicBezTo>
                  <a:pt x="10607" y="7138"/>
                  <a:pt x="11340" y="6648"/>
                  <a:pt x="12377" y="6450"/>
                </a:cubicBezTo>
                <a:cubicBezTo>
                  <a:pt x="12613" y="6404"/>
                  <a:pt x="12853" y="6383"/>
                  <a:pt x="13096" y="6383"/>
                </a:cubicBezTo>
                <a:cubicBezTo>
                  <a:pt x="16267" y="6383"/>
                  <a:pt x="20069" y="10047"/>
                  <a:pt x="22483" y="13385"/>
                </a:cubicBezTo>
                <a:cubicBezTo>
                  <a:pt x="25060" y="16948"/>
                  <a:pt x="27370" y="22160"/>
                  <a:pt x="26125" y="26107"/>
                </a:cubicBezTo>
                <a:cubicBezTo>
                  <a:pt x="25587" y="27812"/>
                  <a:pt x="24585" y="28996"/>
                  <a:pt x="23229" y="29532"/>
                </a:cubicBezTo>
                <a:cubicBezTo>
                  <a:pt x="22673" y="29752"/>
                  <a:pt x="22060" y="29860"/>
                  <a:pt x="21413" y="29860"/>
                </a:cubicBezTo>
                <a:cubicBezTo>
                  <a:pt x="20214" y="29860"/>
                  <a:pt x="18899" y="29488"/>
                  <a:pt x="17611" y="28763"/>
                </a:cubicBezTo>
                <a:cubicBezTo>
                  <a:pt x="10987" y="25038"/>
                  <a:pt x="3651" y="13624"/>
                  <a:pt x="7117" y="6596"/>
                </a:cubicBezTo>
                <a:cubicBezTo>
                  <a:pt x="8200" y="4398"/>
                  <a:pt x="9867" y="3286"/>
                  <a:pt x="12077" y="3286"/>
                </a:cubicBezTo>
                <a:cubicBezTo>
                  <a:pt x="12270" y="3286"/>
                  <a:pt x="12468" y="3295"/>
                  <a:pt x="12669" y="3312"/>
                </a:cubicBezTo>
                <a:cubicBezTo>
                  <a:pt x="19015" y="3846"/>
                  <a:pt x="27766" y="12809"/>
                  <a:pt x="30335" y="21408"/>
                </a:cubicBezTo>
                <a:cubicBezTo>
                  <a:pt x="31497" y="25294"/>
                  <a:pt x="31901" y="30696"/>
                  <a:pt x="27230" y="34354"/>
                </a:cubicBezTo>
                <a:cubicBezTo>
                  <a:pt x="25066" y="36050"/>
                  <a:pt x="22872" y="36649"/>
                  <a:pt x="20854" y="36649"/>
                </a:cubicBezTo>
                <a:cubicBezTo>
                  <a:pt x="18884" y="36649"/>
                  <a:pt x="17080" y="36078"/>
                  <a:pt x="15634" y="35401"/>
                </a:cubicBezTo>
                <a:cubicBezTo>
                  <a:pt x="7979" y="31815"/>
                  <a:pt x="1284" y="21216"/>
                  <a:pt x="1014" y="12257"/>
                </a:cubicBezTo>
                <a:cubicBezTo>
                  <a:pt x="903" y="8573"/>
                  <a:pt x="1853" y="3595"/>
                  <a:pt x="6999" y="796"/>
                </a:cubicBezTo>
                <a:cubicBezTo>
                  <a:pt x="7204" y="685"/>
                  <a:pt x="7281" y="428"/>
                  <a:pt x="7168" y="223"/>
                </a:cubicBezTo>
                <a:cubicBezTo>
                  <a:pt x="7092" y="81"/>
                  <a:pt x="6946" y="1"/>
                  <a:pt x="6796" y="1"/>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16"/>
          <p:cNvGrpSpPr/>
          <p:nvPr/>
        </p:nvGrpSpPr>
        <p:grpSpPr>
          <a:xfrm rot="3237509">
            <a:off x="8416256" y="1450725"/>
            <a:ext cx="594664" cy="271477"/>
            <a:chOff x="5915750" y="2013050"/>
            <a:chExt cx="307050" cy="140175"/>
          </a:xfrm>
        </p:grpSpPr>
        <p:sp>
          <p:nvSpPr>
            <p:cNvPr id="343" name="Google Shape;343;p16"/>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 name="Google Shape;346;p16"/>
          <p:cNvGrpSpPr/>
          <p:nvPr/>
        </p:nvGrpSpPr>
        <p:grpSpPr>
          <a:xfrm rot="-3153549">
            <a:off x="202425" y="1162510"/>
            <a:ext cx="446100" cy="190510"/>
            <a:chOff x="1795300" y="1375750"/>
            <a:chExt cx="180850" cy="77225"/>
          </a:xfrm>
        </p:grpSpPr>
        <p:sp>
          <p:nvSpPr>
            <p:cNvPr id="347" name="Google Shape;347;p16"/>
            <p:cNvSpPr/>
            <p:nvPr/>
          </p:nvSpPr>
          <p:spPr>
            <a:xfrm>
              <a:off x="1904350" y="1375750"/>
              <a:ext cx="71800" cy="77225"/>
            </a:xfrm>
            <a:custGeom>
              <a:rect b="b" l="l" r="r" t="t"/>
              <a:pathLst>
                <a:path extrusionOk="0" h="3089" w="2872">
                  <a:moveTo>
                    <a:pt x="1607" y="0"/>
                  </a:moveTo>
                  <a:cubicBezTo>
                    <a:pt x="1473" y="0"/>
                    <a:pt x="1337" y="22"/>
                    <a:pt x="1206" y="65"/>
                  </a:cubicBezTo>
                  <a:cubicBezTo>
                    <a:pt x="394" y="332"/>
                    <a:pt x="0" y="1393"/>
                    <a:pt x="226" y="2172"/>
                  </a:cubicBezTo>
                  <a:cubicBezTo>
                    <a:pt x="349" y="2595"/>
                    <a:pt x="714" y="2957"/>
                    <a:pt x="1145" y="3059"/>
                  </a:cubicBezTo>
                  <a:cubicBezTo>
                    <a:pt x="1229" y="3079"/>
                    <a:pt x="1313" y="3088"/>
                    <a:pt x="1396" y="3088"/>
                  </a:cubicBezTo>
                  <a:cubicBezTo>
                    <a:pt x="1806" y="3088"/>
                    <a:pt x="2178" y="2855"/>
                    <a:pt x="2399" y="2500"/>
                  </a:cubicBezTo>
                  <a:cubicBezTo>
                    <a:pt x="2524" y="2297"/>
                    <a:pt x="2581" y="2062"/>
                    <a:pt x="2578" y="1831"/>
                  </a:cubicBezTo>
                  <a:cubicBezTo>
                    <a:pt x="2871" y="1468"/>
                    <a:pt x="2841" y="921"/>
                    <a:pt x="2601" y="535"/>
                  </a:cubicBezTo>
                  <a:cubicBezTo>
                    <a:pt x="2382" y="183"/>
                    <a:pt x="2000"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1795300" y="1377200"/>
              <a:ext cx="54700" cy="46725"/>
            </a:xfrm>
            <a:custGeom>
              <a:rect b="b" l="l" r="r" t="t"/>
              <a:pathLst>
                <a:path extrusionOk="0" h="1869" w="2188">
                  <a:moveTo>
                    <a:pt x="938" y="0"/>
                  </a:moveTo>
                  <a:cubicBezTo>
                    <a:pt x="447" y="0"/>
                    <a:pt x="0" y="486"/>
                    <a:pt x="42" y="973"/>
                  </a:cubicBezTo>
                  <a:cubicBezTo>
                    <a:pt x="87" y="1497"/>
                    <a:pt x="491" y="1868"/>
                    <a:pt x="1016" y="1868"/>
                  </a:cubicBezTo>
                  <a:lnTo>
                    <a:pt x="1250" y="1868"/>
                  </a:lnTo>
                  <a:cubicBezTo>
                    <a:pt x="1740" y="1868"/>
                    <a:pt x="2187" y="1383"/>
                    <a:pt x="2145" y="894"/>
                  </a:cubicBezTo>
                  <a:cubicBezTo>
                    <a:pt x="2100" y="372"/>
                    <a:pt x="1695" y="0"/>
                    <a:pt x="11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16"/>
          <p:cNvGrpSpPr/>
          <p:nvPr/>
        </p:nvGrpSpPr>
        <p:grpSpPr>
          <a:xfrm rot="5400000">
            <a:off x="-33726" y="2528750"/>
            <a:ext cx="918399" cy="427232"/>
            <a:chOff x="2204475" y="3227100"/>
            <a:chExt cx="461600" cy="214700"/>
          </a:xfrm>
        </p:grpSpPr>
        <p:sp>
          <p:nvSpPr>
            <p:cNvPr id="350" name="Google Shape;350;p16"/>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16"/>
          <p:cNvGrpSpPr/>
          <p:nvPr/>
        </p:nvGrpSpPr>
        <p:grpSpPr>
          <a:xfrm rot="1575388">
            <a:off x="1575230" y="-212503"/>
            <a:ext cx="1200346" cy="928281"/>
            <a:chOff x="2459150" y="928000"/>
            <a:chExt cx="785650" cy="607525"/>
          </a:xfrm>
        </p:grpSpPr>
        <p:sp>
          <p:nvSpPr>
            <p:cNvPr id="355" name="Google Shape;355;p16"/>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6"/>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16"/>
          <p:cNvSpPr/>
          <p:nvPr/>
        </p:nvSpPr>
        <p:spPr>
          <a:xfrm>
            <a:off x="4611863" y="4351225"/>
            <a:ext cx="1022650" cy="115177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65" name="Shape 365"/>
        <p:cNvGrpSpPr/>
        <p:nvPr/>
      </p:nvGrpSpPr>
      <p:grpSpPr>
        <a:xfrm>
          <a:off x="0" y="0"/>
          <a:ext cx="0" cy="0"/>
          <a:chOff x="0" y="0"/>
          <a:chExt cx="0" cy="0"/>
        </a:xfrm>
      </p:grpSpPr>
      <p:sp>
        <p:nvSpPr>
          <p:cNvPr id="366" name="Google Shape;366;p17"/>
          <p:cNvSpPr txBox="1"/>
          <p:nvPr>
            <p:ph idx="1" type="subTitle"/>
          </p:nvPr>
        </p:nvSpPr>
        <p:spPr>
          <a:xfrm>
            <a:off x="720000" y="2423050"/>
            <a:ext cx="2420700" cy="51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7" name="Google Shape;367;p17"/>
          <p:cNvSpPr txBox="1"/>
          <p:nvPr>
            <p:ph idx="2" type="subTitle"/>
          </p:nvPr>
        </p:nvSpPr>
        <p:spPr>
          <a:xfrm>
            <a:off x="720000" y="2941740"/>
            <a:ext cx="2420700" cy="10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8" name="Google Shape;368;p17"/>
          <p:cNvSpPr txBox="1"/>
          <p:nvPr>
            <p:ph idx="3" type="subTitle"/>
          </p:nvPr>
        </p:nvSpPr>
        <p:spPr>
          <a:xfrm>
            <a:off x="3361600" y="2941734"/>
            <a:ext cx="2420700" cy="10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9" name="Google Shape;369;p17"/>
          <p:cNvSpPr txBox="1"/>
          <p:nvPr>
            <p:ph idx="4" type="subTitle"/>
          </p:nvPr>
        </p:nvSpPr>
        <p:spPr>
          <a:xfrm>
            <a:off x="6003225" y="2941729"/>
            <a:ext cx="2420700" cy="103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0" name="Google Shape;37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1" name="Google Shape;371;p17"/>
          <p:cNvSpPr txBox="1"/>
          <p:nvPr>
            <p:ph idx="5" type="subTitle"/>
          </p:nvPr>
        </p:nvSpPr>
        <p:spPr>
          <a:xfrm>
            <a:off x="3361600" y="2423050"/>
            <a:ext cx="2420700" cy="51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2" name="Google Shape;372;p17"/>
          <p:cNvSpPr txBox="1"/>
          <p:nvPr>
            <p:ph idx="6" type="subTitle"/>
          </p:nvPr>
        </p:nvSpPr>
        <p:spPr>
          <a:xfrm>
            <a:off x="6003225" y="2423050"/>
            <a:ext cx="2420700" cy="51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3" name="Google Shape;373;p17"/>
          <p:cNvSpPr/>
          <p:nvPr/>
        </p:nvSpPr>
        <p:spPr>
          <a:xfrm rot="-4306912">
            <a:off x="-2940369" y="-1415663"/>
            <a:ext cx="6490855" cy="3063128"/>
          </a:xfrm>
          <a:custGeom>
            <a:rect b="b" l="l" r="r" t="t"/>
            <a:pathLst>
              <a:path extrusionOk="0" h="56390" w="119492">
                <a:moveTo>
                  <a:pt x="65575" y="0"/>
                </a:moveTo>
                <a:cubicBezTo>
                  <a:pt x="64754" y="0"/>
                  <a:pt x="63905" y="40"/>
                  <a:pt x="63026" y="123"/>
                </a:cubicBezTo>
                <a:cubicBezTo>
                  <a:pt x="50145" y="1343"/>
                  <a:pt x="36796" y="5611"/>
                  <a:pt x="24930" y="10668"/>
                </a:cubicBezTo>
                <a:cubicBezTo>
                  <a:pt x="20455" y="12574"/>
                  <a:pt x="14031" y="15445"/>
                  <a:pt x="11210" y="19692"/>
                </a:cubicBezTo>
                <a:cubicBezTo>
                  <a:pt x="7668" y="25026"/>
                  <a:pt x="1" y="43560"/>
                  <a:pt x="3256" y="43560"/>
                </a:cubicBezTo>
                <a:cubicBezTo>
                  <a:pt x="3425" y="43560"/>
                  <a:pt x="3624" y="43510"/>
                  <a:pt x="3854" y="43405"/>
                </a:cubicBezTo>
                <a:cubicBezTo>
                  <a:pt x="11456" y="39955"/>
                  <a:pt x="17470" y="37110"/>
                  <a:pt x="24180" y="37110"/>
                </a:cubicBezTo>
                <a:cubicBezTo>
                  <a:pt x="28803" y="37110"/>
                  <a:pt x="33757" y="38461"/>
                  <a:pt x="39788" y="41894"/>
                </a:cubicBezTo>
                <a:cubicBezTo>
                  <a:pt x="46705" y="45834"/>
                  <a:pt x="54247" y="52254"/>
                  <a:pt x="63852" y="54737"/>
                </a:cubicBezTo>
                <a:cubicBezTo>
                  <a:pt x="67473" y="55672"/>
                  <a:pt x="71634" y="56390"/>
                  <a:pt x="75608" y="56390"/>
                </a:cubicBezTo>
                <a:cubicBezTo>
                  <a:pt x="77554" y="56390"/>
                  <a:pt x="79454" y="56218"/>
                  <a:pt x="81225" y="55815"/>
                </a:cubicBezTo>
                <a:cubicBezTo>
                  <a:pt x="88348" y="54197"/>
                  <a:pt x="92246" y="51757"/>
                  <a:pt x="95678" y="46941"/>
                </a:cubicBezTo>
                <a:cubicBezTo>
                  <a:pt x="99027" y="42242"/>
                  <a:pt x="102148" y="35925"/>
                  <a:pt x="108750" y="35566"/>
                </a:cubicBezTo>
                <a:cubicBezTo>
                  <a:pt x="108871" y="35560"/>
                  <a:pt x="108994" y="35557"/>
                  <a:pt x="109119" y="35557"/>
                </a:cubicBezTo>
                <a:cubicBezTo>
                  <a:pt x="110952" y="35557"/>
                  <a:pt x="113131" y="36221"/>
                  <a:pt x="115004" y="36221"/>
                </a:cubicBezTo>
                <a:cubicBezTo>
                  <a:pt x="115398" y="36221"/>
                  <a:pt x="115779" y="36192"/>
                  <a:pt x="116140" y="36121"/>
                </a:cubicBezTo>
                <a:cubicBezTo>
                  <a:pt x="119492" y="35462"/>
                  <a:pt x="118502" y="36185"/>
                  <a:pt x="118116" y="33552"/>
                </a:cubicBezTo>
                <a:cubicBezTo>
                  <a:pt x="118104" y="33463"/>
                  <a:pt x="116727" y="30331"/>
                  <a:pt x="116489" y="29840"/>
                </a:cubicBezTo>
                <a:cubicBezTo>
                  <a:pt x="115605" y="28017"/>
                  <a:pt x="114595" y="26293"/>
                  <a:pt x="113622" y="24520"/>
                </a:cubicBezTo>
                <a:cubicBezTo>
                  <a:pt x="108843" y="15804"/>
                  <a:pt x="102271" y="14324"/>
                  <a:pt x="93334" y="11082"/>
                </a:cubicBezTo>
                <a:cubicBezTo>
                  <a:pt x="82939" y="7312"/>
                  <a:pt x="76759" y="0"/>
                  <a:pt x="655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rot="-943032">
            <a:off x="5127333" y="3179661"/>
            <a:ext cx="6186297" cy="3168492"/>
          </a:xfrm>
          <a:custGeom>
            <a:rect b="b" l="l" r="r" t="t"/>
            <a:pathLst>
              <a:path extrusionOk="0" h="58329" w="113884">
                <a:moveTo>
                  <a:pt x="97040" y="0"/>
                </a:moveTo>
                <a:cubicBezTo>
                  <a:pt x="96453" y="0"/>
                  <a:pt x="95866" y="38"/>
                  <a:pt x="95282" y="115"/>
                </a:cubicBezTo>
                <a:cubicBezTo>
                  <a:pt x="89054" y="943"/>
                  <a:pt x="83689" y="6226"/>
                  <a:pt x="82767" y="12441"/>
                </a:cubicBezTo>
                <a:cubicBezTo>
                  <a:pt x="82444" y="14603"/>
                  <a:pt x="82608" y="17265"/>
                  <a:pt x="81350" y="19161"/>
                </a:cubicBezTo>
                <a:cubicBezTo>
                  <a:pt x="79893" y="21359"/>
                  <a:pt x="76612" y="22246"/>
                  <a:pt x="74146" y="22319"/>
                </a:cubicBezTo>
                <a:cubicBezTo>
                  <a:pt x="74002" y="22323"/>
                  <a:pt x="73859" y="22325"/>
                  <a:pt x="73715" y="22325"/>
                </a:cubicBezTo>
                <a:cubicBezTo>
                  <a:pt x="70975" y="22325"/>
                  <a:pt x="68285" y="21566"/>
                  <a:pt x="65629" y="20860"/>
                </a:cubicBezTo>
                <a:cubicBezTo>
                  <a:pt x="63296" y="20240"/>
                  <a:pt x="60902" y="19653"/>
                  <a:pt x="58502" y="19653"/>
                </a:cubicBezTo>
                <a:cubicBezTo>
                  <a:pt x="58029" y="19653"/>
                  <a:pt x="57555" y="19676"/>
                  <a:pt x="57082" y="19726"/>
                </a:cubicBezTo>
                <a:cubicBezTo>
                  <a:pt x="52943" y="20163"/>
                  <a:pt x="49404" y="22554"/>
                  <a:pt x="45618" y="24063"/>
                </a:cubicBezTo>
                <a:cubicBezTo>
                  <a:pt x="43435" y="24933"/>
                  <a:pt x="41218" y="25373"/>
                  <a:pt x="38993" y="25373"/>
                </a:cubicBezTo>
                <a:cubicBezTo>
                  <a:pt x="36983" y="25373"/>
                  <a:pt x="34967" y="25014"/>
                  <a:pt x="32964" y="24289"/>
                </a:cubicBezTo>
                <a:cubicBezTo>
                  <a:pt x="29943" y="23196"/>
                  <a:pt x="27134" y="21587"/>
                  <a:pt x="24150" y="20398"/>
                </a:cubicBezTo>
                <a:cubicBezTo>
                  <a:pt x="20158" y="18807"/>
                  <a:pt x="15860" y="18003"/>
                  <a:pt x="11563" y="18003"/>
                </a:cubicBezTo>
                <a:cubicBezTo>
                  <a:pt x="8518" y="18003"/>
                  <a:pt x="5474" y="18407"/>
                  <a:pt x="2540" y="19220"/>
                </a:cubicBezTo>
                <a:cubicBezTo>
                  <a:pt x="1734" y="19443"/>
                  <a:pt x="859" y="19757"/>
                  <a:pt x="464" y="20496"/>
                </a:cubicBezTo>
                <a:cubicBezTo>
                  <a:pt x="0" y="21364"/>
                  <a:pt x="401" y="22424"/>
                  <a:pt x="817" y="23318"/>
                </a:cubicBezTo>
                <a:cubicBezTo>
                  <a:pt x="5392" y="33130"/>
                  <a:pt x="11716" y="42123"/>
                  <a:pt x="19401" y="49748"/>
                </a:cubicBezTo>
                <a:cubicBezTo>
                  <a:pt x="21765" y="52094"/>
                  <a:pt x="24278" y="54326"/>
                  <a:pt x="27154" y="56003"/>
                </a:cubicBezTo>
                <a:cubicBezTo>
                  <a:pt x="28416" y="56738"/>
                  <a:pt x="31007" y="58329"/>
                  <a:pt x="32939" y="58329"/>
                </a:cubicBezTo>
                <a:cubicBezTo>
                  <a:pt x="33824" y="58329"/>
                  <a:pt x="34571" y="57994"/>
                  <a:pt x="34987" y="57089"/>
                </a:cubicBezTo>
                <a:cubicBezTo>
                  <a:pt x="35606" y="55740"/>
                  <a:pt x="35302" y="53804"/>
                  <a:pt x="35367" y="52373"/>
                </a:cubicBezTo>
                <a:cubicBezTo>
                  <a:pt x="35457" y="50330"/>
                  <a:pt x="35669" y="48290"/>
                  <a:pt x="36135" y="46295"/>
                </a:cubicBezTo>
                <a:cubicBezTo>
                  <a:pt x="37059" y="42346"/>
                  <a:pt x="39091" y="38504"/>
                  <a:pt x="42440" y="36216"/>
                </a:cubicBezTo>
                <a:cubicBezTo>
                  <a:pt x="44232" y="34993"/>
                  <a:pt x="46437" y="34312"/>
                  <a:pt x="48598" y="34312"/>
                </a:cubicBezTo>
                <a:cubicBezTo>
                  <a:pt x="50479" y="34312"/>
                  <a:pt x="52327" y="34827"/>
                  <a:pt x="53844" y="35949"/>
                </a:cubicBezTo>
                <a:cubicBezTo>
                  <a:pt x="56512" y="37924"/>
                  <a:pt x="57713" y="41257"/>
                  <a:pt x="59515" y="44046"/>
                </a:cubicBezTo>
                <a:cubicBezTo>
                  <a:pt x="63247" y="49823"/>
                  <a:pt x="70132" y="53256"/>
                  <a:pt x="76979" y="53256"/>
                </a:cubicBezTo>
                <a:cubicBezTo>
                  <a:pt x="78932" y="53256"/>
                  <a:pt x="80882" y="52976"/>
                  <a:pt x="82755" y="52393"/>
                </a:cubicBezTo>
                <a:cubicBezTo>
                  <a:pt x="88025" y="50749"/>
                  <a:pt x="92417" y="46803"/>
                  <a:pt x="94967" y="41949"/>
                </a:cubicBezTo>
                <a:cubicBezTo>
                  <a:pt x="96310" y="39393"/>
                  <a:pt x="96727" y="36874"/>
                  <a:pt x="97318" y="34107"/>
                </a:cubicBezTo>
                <a:cubicBezTo>
                  <a:pt x="97947" y="31149"/>
                  <a:pt x="100292" y="28151"/>
                  <a:pt x="101780" y="25478"/>
                </a:cubicBezTo>
                <a:cubicBezTo>
                  <a:pt x="103065" y="23171"/>
                  <a:pt x="104355" y="20857"/>
                  <a:pt x="105958" y="18759"/>
                </a:cubicBezTo>
                <a:cubicBezTo>
                  <a:pt x="107926" y="16182"/>
                  <a:pt x="113883" y="11799"/>
                  <a:pt x="110600" y="7939"/>
                </a:cubicBezTo>
                <a:lnTo>
                  <a:pt x="110600" y="7939"/>
                </a:lnTo>
                <a:lnTo>
                  <a:pt x="110582" y="8744"/>
                </a:lnTo>
                <a:cubicBezTo>
                  <a:pt x="108305" y="3527"/>
                  <a:pt x="102705" y="0"/>
                  <a:pt x="97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p:nvPr/>
        </p:nvSpPr>
        <p:spPr>
          <a:xfrm rot="-1478729">
            <a:off x="308084" y="4359853"/>
            <a:ext cx="1022644" cy="1151768"/>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7"/>
          <p:cNvSpPr/>
          <p:nvPr/>
        </p:nvSpPr>
        <p:spPr>
          <a:xfrm rot="-1478729">
            <a:off x="295053" y="4484575"/>
            <a:ext cx="911295" cy="848995"/>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 name="Google Shape;377;p17"/>
          <p:cNvGrpSpPr/>
          <p:nvPr/>
        </p:nvGrpSpPr>
        <p:grpSpPr>
          <a:xfrm rot="-10005888">
            <a:off x="-378075" y="834836"/>
            <a:ext cx="1366247" cy="1136254"/>
            <a:chOff x="5861250" y="3367000"/>
            <a:chExt cx="886875" cy="737475"/>
          </a:xfrm>
        </p:grpSpPr>
        <p:sp>
          <p:nvSpPr>
            <p:cNvPr id="378" name="Google Shape;378;p17"/>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7"/>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7"/>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7"/>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7"/>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7"/>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7"/>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7"/>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7"/>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7"/>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17"/>
          <p:cNvGrpSpPr/>
          <p:nvPr/>
        </p:nvGrpSpPr>
        <p:grpSpPr>
          <a:xfrm rot="-1362320">
            <a:off x="8453816" y="3849509"/>
            <a:ext cx="365040" cy="202451"/>
            <a:chOff x="2111075" y="2692025"/>
            <a:chExt cx="224725" cy="124625"/>
          </a:xfrm>
        </p:grpSpPr>
        <p:sp>
          <p:nvSpPr>
            <p:cNvPr id="397" name="Google Shape;397;p17"/>
            <p:cNvSpPr/>
            <p:nvPr/>
          </p:nvSpPr>
          <p:spPr>
            <a:xfrm>
              <a:off x="2111075" y="2692025"/>
              <a:ext cx="93475" cy="72250"/>
            </a:xfrm>
            <a:custGeom>
              <a:rect b="b" l="l" r="r" t="t"/>
              <a:pathLst>
                <a:path extrusionOk="0" h="2890" w="3739">
                  <a:moveTo>
                    <a:pt x="1749" y="0"/>
                  </a:moveTo>
                  <a:cubicBezTo>
                    <a:pt x="1600" y="0"/>
                    <a:pt x="1445" y="22"/>
                    <a:pt x="1288" y="70"/>
                  </a:cubicBezTo>
                  <a:cubicBezTo>
                    <a:pt x="346" y="354"/>
                    <a:pt x="0" y="1551"/>
                    <a:pt x="529" y="2350"/>
                  </a:cubicBezTo>
                  <a:cubicBezTo>
                    <a:pt x="722" y="2640"/>
                    <a:pt x="1088" y="2889"/>
                    <a:pt x="1457" y="2889"/>
                  </a:cubicBezTo>
                  <a:cubicBezTo>
                    <a:pt x="1539" y="2889"/>
                    <a:pt x="1620" y="2877"/>
                    <a:pt x="1700" y="2851"/>
                  </a:cubicBezTo>
                  <a:cubicBezTo>
                    <a:pt x="1872" y="2824"/>
                    <a:pt x="2030" y="2749"/>
                    <a:pt x="2160" y="2634"/>
                  </a:cubicBezTo>
                  <a:cubicBezTo>
                    <a:pt x="2312" y="2659"/>
                    <a:pt x="2466" y="2672"/>
                    <a:pt x="2623" y="2672"/>
                  </a:cubicBezTo>
                  <a:cubicBezTo>
                    <a:pt x="3208" y="2667"/>
                    <a:pt x="3739" y="2065"/>
                    <a:pt x="3537" y="1471"/>
                  </a:cubicBezTo>
                  <a:cubicBezTo>
                    <a:pt x="3271" y="685"/>
                    <a:pt x="2583" y="0"/>
                    <a:pt x="1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7"/>
            <p:cNvSpPr/>
            <p:nvPr/>
          </p:nvSpPr>
          <p:spPr>
            <a:xfrm>
              <a:off x="2291850" y="2773750"/>
              <a:ext cx="43950" cy="42900"/>
            </a:xfrm>
            <a:custGeom>
              <a:rect b="b" l="l" r="r" t="t"/>
              <a:pathLst>
                <a:path extrusionOk="0" h="1716" w="1758">
                  <a:moveTo>
                    <a:pt x="880" y="0"/>
                  </a:moveTo>
                  <a:cubicBezTo>
                    <a:pt x="431" y="0"/>
                    <a:pt x="1" y="394"/>
                    <a:pt x="22" y="858"/>
                  </a:cubicBezTo>
                  <a:cubicBezTo>
                    <a:pt x="42" y="1322"/>
                    <a:pt x="399" y="1715"/>
                    <a:pt x="880" y="1715"/>
                  </a:cubicBezTo>
                  <a:cubicBezTo>
                    <a:pt x="1327" y="1715"/>
                    <a:pt x="1757" y="1320"/>
                    <a:pt x="1735" y="858"/>
                  </a:cubicBezTo>
                  <a:cubicBezTo>
                    <a:pt x="1715" y="392"/>
                    <a:pt x="1360" y="0"/>
                    <a:pt x="8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399" name="Shape 399"/>
        <p:cNvGrpSpPr/>
        <p:nvPr/>
      </p:nvGrpSpPr>
      <p:grpSpPr>
        <a:xfrm>
          <a:off x="0" y="0"/>
          <a:ext cx="0" cy="0"/>
          <a:chOff x="0" y="0"/>
          <a:chExt cx="0" cy="0"/>
        </a:xfrm>
      </p:grpSpPr>
      <p:sp>
        <p:nvSpPr>
          <p:cNvPr id="400" name="Google Shape;40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01" name="Google Shape;401;p18"/>
          <p:cNvSpPr txBox="1"/>
          <p:nvPr>
            <p:ph idx="1" type="subTitle"/>
          </p:nvPr>
        </p:nvSpPr>
        <p:spPr>
          <a:xfrm>
            <a:off x="1484300" y="1291300"/>
            <a:ext cx="4441800" cy="528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2" name="Google Shape;402;p18"/>
          <p:cNvSpPr txBox="1"/>
          <p:nvPr>
            <p:ph idx="2" type="subTitle"/>
          </p:nvPr>
        </p:nvSpPr>
        <p:spPr>
          <a:xfrm>
            <a:off x="1484300" y="1785302"/>
            <a:ext cx="4441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18"/>
          <p:cNvSpPr txBox="1"/>
          <p:nvPr>
            <p:ph idx="3" type="subTitle"/>
          </p:nvPr>
        </p:nvSpPr>
        <p:spPr>
          <a:xfrm>
            <a:off x="1484300" y="2910551"/>
            <a:ext cx="4441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4" name="Google Shape;404;p18"/>
          <p:cNvSpPr txBox="1"/>
          <p:nvPr>
            <p:ph idx="4" type="subTitle"/>
          </p:nvPr>
        </p:nvSpPr>
        <p:spPr>
          <a:xfrm>
            <a:off x="1484300" y="4035800"/>
            <a:ext cx="4441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5" name="Google Shape;405;p18"/>
          <p:cNvSpPr txBox="1"/>
          <p:nvPr>
            <p:ph idx="5" type="subTitle"/>
          </p:nvPr>
        </p:nvSpPr>
        <p:spPr>
          <a:xfrm>
            <a:off x="1484300" y="2416555"/>
            <a:ext cx="4441800" cy="528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6" name="Google Shape;406;p18"/>
          <p:cNvSpPr txBox="1"/>
          <p:nvPr>
            <p:ph idx="6" type="subTitle"/>
          </p:nvPr>
        </p:nvSpPr>
        <p:spPr>
          <a:xfrm>
            <a:off x="1484300" y="3541811"/>
            <a:ext cx="4441800" cy="528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7" name="Google Shape;407;p18"/>
          <p:cNvSpPr/>
          <p:nvPr/>
        </p:nvSpPr>
        <p:spPr>
          <a:xfrm rot="-8921951">
            <a:off x="-360208" y="406579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8"/>
          <p:cNvSpPr/>
          <p:nvPr/>
        </p:nvSpPr>
        <p:spPr>
          <a:xfrm rot="-4007503">
            <a:off x="-437759" y="3895570"/>
            <a:ext cx="1169075" cy="412321"/>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09" name="Shape 409"/>
        <p:cNvGrpSpPr/>
        <p:nvPr/>
      </p:nvGrpSpPr>
      <p:grpSpPr>
        <a:xfrm>
          <a:off x="0" y="0"/>
          <a:ext cx="0" cy="0"/>
          <a:chOff x="0" y="0"/>
          <a:chExt cx="0" cy="0"/>
        </a:xfrm>
      </p:grpSpPr>
      <p:sp>
        <p:nvSpPr>
          <p:cNvPr id="410" name="Google Shape;410;p19"/>
          <p:cNvSpPr txBox="1"/>
          <p:nvPr>
            <p:ph idx="1" type="subTitle"/>
          </p:nvPr>
        </p:nvSpPr>
        <p:spPr>
          <a:xfrm>
            <a:off x="1419525" y="1453600"/>
            <a:ext cx="2227800" cy="815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11" name="Google Shape;411;p19"/>
          <p:cNvSpPr txBox="1"/>
          <p:nvPr>
            <p:ph idx="2" type="subTitle"/>
          </p:nvPr>
        </p:nvSpPr>
        <p:spPr>
          <a:xfrm>
            <a:off x="1419525" y="2269375"/>
            <a:ext cx="22278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2" name="Google Shape;412;p19"/>
          <p:cNvSpPr txBox="1"/>
          <p:nvPr>
            <p:ph idx="3" type="subTitle"/>
          </p:nvPr>
        </p:nvSpPr>
        <p:spPr>
          <a:xfrm>
            <a:off x="4838776" y="2269375"/>
            <a:ext cx="22278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3" name="Google Shape;413;p19"/>
          <p:cNvSpPr txBox="1"/>
          <p:nvPr>
            <p:ph idx="4" type="subTitle"/>
          </p:nvPr>
        </p:nvSpPr>
        <p:spPr>
          <a:xfrm>
            <a:off x="1419525" y="3948150"/>
            <a:ext cx="22278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4" name="Google Shape;414;p19"/>
          <p:cNvSpPr txBox="1"/>
          <p:nvPr>
            <p:ph idx="5" type="subTitle"/>
          </p:nvPr>
        </p:nvSpPr>
        <p:spPr>
          <a:xfrm>
            <a:off x="4838776" y="3948150"/>
            <a:ext cx="22278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5" name="Google Shape;41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6" name="Google Shape;416;p19"/>
          <p:cNvSpPr txBox="1"/>
          <p:nvPr>
            <p:ph idx="6" type="subTitle"/>
          </p:nvPr>
        </p:nvSpPr>
        <p:spPr>
          <a:xfrm>
            <a:off x="1419525" y="3132450"/>
            <a:ext cx="2227800" cy="815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17" name="Google Shape;417;p19"/>
          <p:cNvSpPr txBox="1"/>
          <p:nvPr>
            <p:ph idx="7" type="subTitle"/>
          </p:nvPr>
        </p:nvSpPr>
        <p:spPr>
          <a:xfrm>
            <a:off x="4838775" y="1453600"/>
            <a:ext cx="2227800" cy="815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18" name="Google Shape;418;p19"/>
          <p:cNvSpPr txBox="1"/>
          <p:nvPr>
            <p:ph idx="8" type="subTitle"/>
          </p:nvPr>
        </p:nvSpPr>
        <p:spPr>
          <a:xfrm>
            <a:off x="4838775" y="3132450"/>
            <a:ext cx="2227800" cy="815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19" name="Google Shape;419;p19"/>
          <p:cNvSpPr/>
          <p:nvPr/>
        </p:nvSpPr>
        <p:spPr>
          <a:xfrm flipH="1" rot="1799216">
            <a:off x="5417053" y="2583985"/>
            <a:ext cx="4443188" cy="4406777"/>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rot="768502">
            <a:off x="6102067" y="-2108112"/>
            <a:ext cx="4653654" cy="4490210"/>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 name="Google Shape;421;p19"/>
          <p:cNvGrpSpPr/>
          <p:nvPr/>
        </p:nvGrpSpPr>
        <p:grpSpPr>
          <a:xfrm>
            <a:off x="8258025" y="3260828"/>
            <a:ext cx="475335" cy="322374"/>
            <a:chOff x="3550275" y="3378650"/>
            <a:chExt cx="203875" cy="138275"/>
          </a:xfrm>
        </p:grpSpPr>
        <p:sp>
          <p:nvSpPr>
            <p:cNvPr id="422" name="Google Shape;422;p19"/>
            <p:cNvSpPr/>
            <p:nvPr/>
          </p:nvSpPr>
          <p:spPr>
            <a:xfrm>
              <a:off x="3550275" y="3443650"/>
              <a:ext cx="87700" cy="73275"/>
            </a:xfrm>
            <a:custGeom>
              <a:rect b="b" l="l" r="r" t="t"/>
              <a:pathLst>
                <a:path extrusionOk="0" h="2931" w="3508">
                  <a:moveTo>
                    <a:pt x="1927" y="1"/>
                  </a:moveTo>
                  <a:cubicBezTo>
                    <a:pt x="1548" y="1"/>
                    <a:pt x="1178" y="140"/>
                    <a:pt x="873" y="375"/>
                  </a:cubicBezTo>
                  <a:cubicBezTo>
                    <a:pt x="356" y="774"/>
                    <a:pt x="1" y="1459"/>
                    <a:pt x="363" y="2088"/>
                  </a:cubicBezTo>
                  <a:cubicBezTo>
                    <a:pt x="581" y="2465"/>
                    <a:pt x="978" y="2687"/>
                    <a:pt x="1390" y="2712"/>
                  </a:cubicBezTo>
                  <a:cubicBezTo>
                    <a:pt x="1415" y="2729"/>
                    <a:pt x="1439" y="2750"/>
                    <a:pt x="1467" y="2765"/>
                  </a:cubicBezTo>
                  <a:cubicBezTo>
                    <a:pt x="1667" y="2877"/>
                    <a:pt x="1881" y="2930"/>
                    <a:pt x="2093" y="2930"/>
                  </a:cubicBezTo>
                  <a:cubicBezTo>
                    <a:pt x="2440" y="2930"/>
                    <a:pt x="2782" y="2788"/>
                    <a:pt x="3045" y="2530"/>
                  </a:cubicBezTo>
                  <a:cubicBezTo>
                    <a:pt x="3419" y="2163"/>
                    <a:pt x="3507" y="1578"/>
                    <a:pt x="3367" y="1090"/>
                  </a:cubicBezTo>
                  <a:cubicBezTo>
                    <a:pt x="3224" y="598"/>
                    <a:pt x="2832" y="193"/>
                    <a:pt x="2334" y="56"/>
                  </a:cubicBezTo>
                  <a:cubicBezTo>
                    <a:pt x="2199" y="18"/>
                    <a:pt x="2062" y="1"/>
                    <a:pt x="1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3706675" y="3378650"/>
              <a:ext cx="47475" cy="44100"/>
            </a:xfrm>
            <a:custGeom>
              <a:rect b="b" l="l" r="r" t="t"/>
              <a:pathLst>
                <a:path extrusionOk="0" h="1764" w="1899">
                  <a:moveTo>
                    <a:pt x="905" y="0"/>
                  </a:moveTo>
                  <a:cubicBezTo>
                    <a:pt x="790" y="0"/>
                    <a:pt x="674" y="23"/>
                    <a:pt x="562" y="69"/>
                  </a:cubicBezTo>
                  <a:cubicBezTo>
                    <a:pt x="250" y="201"/>
                    <a:pt x="0" y="528"/>
                    <a:pt x="17" y="880"/>
                  </a:cubicBezTo>
                  <a:cubicBezTo>
                    <a:pt x="30" y="1190"/>
                    <a:pt x="184" y="1487"/>
                    <a:pt x="456" y="1647"/>
                  </a:cubicBezTo>
                  <a:cubicBezTo>
                    <a:pt x="592" y="1726"/>
                    <a:pt x="743" y="1764"/>
                    <a:pt x="893" y="1764"/>
                  </a:cubicBezTo>
                  <a:cubicBezTo>
                    <a:pt x="1126" y="1764"/>
                    <a:pt x="1357" y="1674"/>
                    <a:pt x="1532" y="1509"/>
                  </a:cubicBezTo>
                  <a:cubicBezTo>
                    <a:pt x="1550" y="1490"/>
                    <a:pt x="1568" y="1474"/>
                    <a:pt x="1587" y="1455"/>
                  </a:cubicBezTo>
                  <a:cubicBezTo>
                    <a:pt x="1899" y="1158"/>
                    <a:pt x="1899" y="603"/>
                    <a:pt x="1587" y="306"/>
                  </a:cubicBezTo>
                  <a:cubicBezTo>
                    <a:pt x="1568" y="287"/>
                    <a:pt x="1550" y="271"/>
                    <a:pt x="1532" y="252"/>
                  </a:cubicBezTo>
                  <a:cubicBezTo>
                    <a:pt x="1357" y="88"/>
                    <a:pt x="1133" y="0"/>
                    <a:pt x="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19"/>
          <p:cNvGrpSpPr/>
          <p:nvPr/>
        </p:nvGrpSpPr>
        <p:grpSpPr>
          <a:xfrm rot="2368771">
            <a:off x="7045832" y="426596"/>
            <a:ext cx="475303" cy="216986"/>
            <a:chOff x="5915750" y="2013050"/>
            <a:chExt cx="307050" cy="140175"/>
          </a:xfrm>
        </p:grpSpPr>
        <p:sp>
          <p:nvSpPr>
            <p:cNvPr id="425" name="Google Shape;425;p19"/>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 name="Google Shape;428;p19"/>
          <p:cNvGrpSpPr/>
          <p:nvPr/>
        </p:nvGrpSpPr>
        <p:grpSpPr>
          <a:xfrm flipH="1" rot="9277364">
            <a:off x="8179303" y="357928"/>
            <a:ext cx="1236022" cy="1027806"/>
            <a:chOff x="5861250" y="3367000"/>
            <a:chExt cx="886875" cy="737475"/>
          </a:xfrm>
        </p:grpSpPr>
        <p:sp>
          <p:nvSpPr>
            <p:cNvPr id="429" name="Google Shape;429;p19"/>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9"/>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9"/>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 name="Google Shape;447;p19"/>
          <p:cNvSpPr/>
          <p:nvPr/>
        </p:nvSpPr>
        <p:spPr>
          <a:xfrm rot="1029879">
            <a:off x="-351790" y="3533599"/>
            <a:ext cx="911242" cy="848946"/>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rot="-8921951">
            <a:off x="-582908" y="3382221"/>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49" name="Shape 449"/>
        <p:cNvGrpSpPr/>
        <p:nvPr/>
      </p:nvGrpSpPr>
      <p:grpSpPr>
        <a:xfrm>
          <a:off x="0" y="0"/>
          <a:ext cx="0" cy="0"/>
          <a:chOff x="0" y="0"/>
          <a:chExt cx="0" cy="0"/>
        </a:xfrm>
      </p:grpSpPr>
      <p:sp>
        <p:nvSpPr>
          <p:cNvPr id="450" name="Google Shape;45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1" name="Google Shape;451;p20"/>
          <p:cNvSpPr txBox="1"/>
          <p:nvPr>
            <p:ph idx="1" type="subTitle"/>
          </p:nvPr>
        </p:nvSpPr>
        <p:spPr>
          <a:xfrm>
            <a:off x="810486" y="2103773"/>
            <a:ext cx="2038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2" name="Google Shape;452;p20"/>
          <p:cNvSpPr txBox="1"/>
          <p:nvPr>
            <p:ph idx="2" type="subTitle"/>
          </p:nvPr>
        </p:nvSpPr>
        <p:spPr>
          <a:xfrm>
            <a:off x="3548361" y="2103773"/>
            <a:ext cx="2038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3" name="Google Shape;453;p20"/>
          <p:cNvSpPr txBox="1"/>
          <p:nvPr>
            <p:ph idx="3" type="subTitle"/>
          </p:nvPr>
        </p:nvSpPr>
        <p:spPr>
          <a:xfrm>
            <a:off x="6290511" y="2103774"/>
            <a:ext cx="20430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4" name="Google Shape;454;p20"/>
          <p:cNvSpPr txBox="1"/>
          <p:nvPr>
            <p:ph idx="4" type="subTitle"/>
          </p:nvPr>
        </p:nvSpPr>
        <p:spPr>
          <a:xfrm>
            <a:off x="810486" y="3422975"/>
            <a:ext cx="2038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5" name="Google Shape;455;p20"/>
          <p:cNvSpPr txBox="1"/>
          <p:nvPr>
            <p:ph idx="5" type="subTitle"/>
          </p:nvPr>
        </p:nvSpPr>
        <p:spPr>
          <a:xfrm>
            <a:off x="3548361" y="3422975"/>
            <a:ext cx="20388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6" name="Google Shape;456;p20"/>
          <p:cNvSpPr txBox="1"/>
          <p:nvPr>
            <p:ph idx="6" type="subTitle"/>
          </p:nvPr>
        </p:nvSpPr>
        <p:spPr>
          <a:xfrm>
            <a:off x="6290511" y="3422975"/>
            <a:ext cx="20430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7" name="Google Shape;457;p20"/>
          <p:cNvSpPr txBox="1"/>
          <p:nvPr>
            <p:ph idx="7" type="subTitle"/>
          </p:nvPr>
        </p:nvSpPr>
        <p:spPr>
          <a:xfrm>
            <a:off x="806211" y="1533525"/>
            <a:ext cx="20388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8" name="Google Shape;458;p20"/>
          <p:cNvSpPr txBox="1"/>
          <p:nvPr>
            <p:ph idx="8" type="subTitle"/>
          </p:nvPr>
        </p:nvSpPr>
        <p:spPr>
          <a:xfrm>
            <a:off x="3548358" y="1533525"/>
            <a:ext cx="20388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9" name="Google Shape;459;p20"/>
          <p:cNvSpPr txBox="1"/>
          <p:nvPr>
            <p:ph idx="9" type="subTitle"/>
          </p:nvPr>
        </p:nvSpPr>
        <p:spPr>
          <a:xfrm>
            <a:off x="6294789" y="1533525"/>
            <a:ext cx="20430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0" name="Google Shape;460;p20"/>
          <p:cNvSpPr txBox="1"/>
          <p:nvPr>
            <p:ph idx="13" type="subTitle"/>
          </p:nvPr>
        </p:nvSpPr>
        <p:spPr>
          <a:xfrm>
            <a:off x="806211" y="2926324"/>
            <a:ext cx="2038800" cy="494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1" name="Google Shape;461;p20"/>
          <p:cNvSpPr txBox="1"/>
          <p:nvPr>
            <p:ph idx="14" type="subTitle"/>
          </p:nvPr>
        </p:nvSpPr>
        <p:spPr>
          <a:xfrm>
            <a:off x="3548358" y="2926324"/>
            <a:ext cx="2038800" cy="494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2" name="Google Shape;462;p20"/>
          <p:cNvSpPr txBox="1"/>
          <p:nvPr>
            <p:ph idx="15" type="subTitle"/>
          </p:nvPr>
        </p:nvSpPr>
        <p:spPr>
          <a:xfrm>
            <a:off x="6294789" y="2926325"/>
            <a:ext cx="2043000" cy="494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Alice"/>
                <a:ea typeface="Alice"/>
                <a:cs typeface="Alice"/>
                <a:sym typeface="Alic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3" name="Google Shape;463;p20"/>
          <p:cNvSpPr/>
          <p:nvPr/>
        </p:nvSpPr>
        <p:spPr>
          <a:xfrm flipH="1" rot="-6493088">
            <a:off x="-3142094" y="3734691"/>
            <a:ext cx="6490855" cy="3063128"/>
          </a:xfrm>
          <a:custGeom>
            <a:rect b="b" l="l" r="r" t="t"/>
            <a:pathLst>
              <a:path extrusionOk="0" h="56390" w="119492">
                <a:moveTo>
                  <a:pt x="65575" y="0"/>
                </a:moveTo>
                <a:cubicBezTo>
                  <a:pt x="64754" y="0"/>
                  <a:pt x="63905" y="40"/>
                  <a:pt x="63026" y="123"/>
                </a:cubicBezTo>
                <a:cubicBezTo>
                  <a:pt x="50145" y="1343"/>
                  <a:pt x="36796" y="5611"/>
                  <a:pt x="24930" y="10668"/>
                </a:cubicBezTo>
                <a:cubicBezTo>
                  <a:pt x="20455" y="12574"/>
                  <a:pt x="14031" y="15445"/>
                  <a:pt x="11210" y="19692"/>
                </a:cubicBezTo>
                <a:cubicBezTo>
                  <a:pt x="7668" y="25026"/>
                  <a:pt x="1" y="43560"/>
                  <a:pt x="3256" y="43560"/>
                </a:cubicBezTo>
                <a:cubicBezTo>
                  <a:pt x="3425" y="43560"/>
                  <a:pt x="3624" y="43510"/>
                  <a:pt x="3854" y="43405"/>
                </a:cubicBezTo>
                <a:cubicBezTo>
                  <a:pt x="11456" y="39955"/>
                  <a:pt x="17470" y="37110"/>
                  <a:pt x="24180" y="37110"/>
                </a:cubicBezTo>
                <a:cubicBezTo>
                  <a:pt x="28803" y="37110"/>
                  <a:pt x="33757" y="38461"/>
                  <a:pt x="39788" y="41894"/>
                </a:cubicBezTo>
                <a:cubicBezTo>
                  <a:pt x="46705" y="45834"/>
                  <a:pt x="54247" y="52254"/>
                  <a:pt x="63852" y="54737"/>
                </a:cubicBezTo>
                <a:cubicBezTo>
                  <a:pt x="67473" y="55672"/>
                  <a:pt x="71634" y="56390"/>
                  <a:pt x="75608" y="56390"/>
                </a:cubicBezTo>
                <a:cubicBezTo>
                  <a:pt x="77554" y="56390"/>
                  <a:pt x="79454" y="56218"/>
                  <a:pt x="81225" y="55815"/>
                </a:cubicBezTo>
                <a:cubicBezTo>
                  <a:pt x="88348" y="54197"/>
                  <a:pt x="92246" y="51757"/>
                  <a:pt x="95678" y="46941"/>
                </a:cubicBezTo>
                <a:cubicBezTo>
                  <a:pt x="99027" y="42242"/>
                  <a:pt x="102148" y="35925"/>
                  <a:pt x="108750" y="35566"/>
                </a:cubicBezTo>
                <a:cubicBezTo>
                  <a:pt x="108871" y="35560"/>
                  <a:pt x="108994" y="35557"/>
                  <a:pt x="109119" y="35557"/>
                </a:cubicBezTo>
                <a:cubicBezTo>
                  <a:pt x="110952" y="35557"/>
                  <a:pt x="113131" y="36221"/>
                  <a:pt x="115004" y="36221"/>
                </a:cubicBezTo>
                <a:cubicBezTo>
                  <a:pt x="115398" y="36221"/>
                  <a:pt x="115779" y="36192"/>
                  <a:pt x="116140" y="36121"/>
                </a:cubicBezTo>
                <a:cubicBezTo>
                  <a:pt x="119492" y="35462"/>
                  <a:pt x="118502" y="36185"/>
                  <a:pt x="118116" y="33552"/>
                </a:cubicBezTo>
                <a:cubicBezTo>
                  <a:pt x="118104" y="33463"/>
                  <a:pt x="116727" y="30331"/>
                  <a:pt x="116489" y="29840"/>
                </a:cubicBezTo>
                <a:cubicBezTo>
                  <a:pt x="115605" y="28017"/>
                  <a:pt x="114595" y="26293"/>
                  <a:pt x="113622" y="24520"/>
                </a:cubicBezTo>
                <a:cubicBezTo>
                  <a:pt x="108843" y="15804"/>
                  <a:pt x="102271" y="14324"/>
                  <a:pt x="93334" y="11082"/>
                </a:cubicBezTo>
                <a:cubicBezTo>
                  <a:pt x="82939" y="7312"/>
                  <a:pt x="76759" y="0"/>
                  <a:pt x="655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flipH="1" rot="-8302723">
            <a:off x="5335779" y="-647684"/>
            <a:ext cx="6186255" cy="3168471"/>
          </a:xfrm>
          <a:custGeom>
            <a:rect b="b" l="l" r="r" t="t"/>
            <a:pathLst>
              <a:path extrusionOk="0" h="58329" w="113884">
                <a:moveTo>
                  <a:pt x="97040" y="0"/>
                </a:moveTo>
                <a:cubicBezTo>
                  <a:pt x="96453" y="0"/>
                  <a:pt x="95866" y="38"/>
                  <a:pt x="95282" y="115"/>
                </a:cubicBezTo>
                <a:cubicBezTo>
                  <a:pt x="89054" y="943"/>
                  <a:pt x="83689" y="6226"/>
                  <a:pt x="82767" y="12441"/>
                </a:cubicBezTo>
                <a:cubicBezTo>
                  <a:pt x="82444" y="14603"/>
                  <a:pt x="82608" y="17265"/>
                  <a:pt x="81350" y="19161"/>
                </a:cubicBezTo>
                <a:cubicBezTo>
                  <a:pt x="79893" y="21359"/>
                  <a:pt x="76612" y="22246"/>
                  <a:pt x="74146" y="22319"/>
                </a:cubicBezTo>
                <a:cubicBezTo>
                  <a:pt x="74002" y="22323"/>
                  <a:pt x="73859" y="22325"/>
                  <a:pt x="73715" y="22325"/>
                </a:cubicBezTo>
                <a:cubicBezTo>
                  <a:pt x="70975" y="22325"/>
                  <a:pt x="68285" y="21566"/>
                  <a:pt x="65629" y="20860"/>
                </a:cubicBezTo>
                <a:cubicBezTo>
                  <a:pt x="63296" y="20240"/>
                  <a:pt x="60902" y="19653"/>
                  <a:pt x="58502" y="19653"/>
                </a:cubicBezTo>
                <a:cubicBezTo>
                  <a:pt x="58029" y="19653"/>
                  <a:pt x="57555" y="19676"/>
                  <a:pt x="57082" y="19726"/>
                </a:cubicBezTo>
                <a:cubicBezTo>
                  <a:pt x="52943" y="20163"/>
                  <a:pt x="49404" y="22554"/>
                  <a:pt x="45618" y="24063"/>
                </a:cubicBezTo>
                <a:cubicBezTo>
                  <a:pt x="43435" y="24933"/>
                  <a:pt x="41218" y="25373"/>
                  <a:pt x="38993" y="25373"/>
                </a:cubicBezTo>
                <a:cubicBezTo>
                  <a:pt x="36983" y="25373"/>
                  <a:pt x="34967" y="25014"/>
                  <a:pt x="32964" y="24289"/>
                </a:cubicBezTo>
                <a:cubicBezTo>
                  <a:pt x="29943" y="23196"/>
                  <a:pt x="27134" y="21587"/>
                  <a:pt x="24150" y="20398"/>
                </a:cubicBezTo>
                <a:cubicBezTo>
                  <a:pt x="20158" y="18807"/>
                  <a:pt x="15860" y="18003"/>
                  <a:pt x="11563" y="18003"/>
                </a:cubicBezTo>
                <a:cubicBezTo>
                  <a:pt x="8518" y="18003"/>
                  <a:pt x="5474" y="18407"/>
                  <a:pt x="2540" y="19220"/>
                </a:cubicBezTo>
                <a:cubicBezTo>
                  <a:pt x="1734" y="19443"/>
                  <a:pt x="859" y="19757"/>
                  <a:pt x="464" y="20496"/>
                </a:cubicBezTo>
                <a:cubicBezTo>
                  <a:pt x="0" y="21364"/>
                  <a:pt x="401" y="22424"/>
                  <a:pt x="817" y="23318"/>
                </a:cubicBezTo>
                <a:cubicBezTo>
                  <a:pt x="5392" y="33130"/>
                  <a:pt x="11716" y="42123"/>
                  <a:pt x="19401" y="49748"/>
                </a:cubicBezTo>
                <a:cubicBezTo>
                  <a:pt x="21765" y="52094"/>
                  <a:pt x="24278" y="54326"/>
                  <a:pt x="27154" y="56003"/>
                </a:cubicBezTo>
                <a:cubicBezTo>
                  <a:pt x="28416" y="56738"/>
                  <a:pt x="31007" y="58329"/>
                  <a:pt x="32939" y="58329"/>
                </a:cubicBezTo>
                <a:cubicBezTo>
                  <a:pt x="33824" y="58329"/>
                  <a:pt x="34571" y="57994"/>
                  <a:pt x="34987" y="57089"/>
                </a:cubicBezTo>
                <a:cubicBezTo>
                  <a:pt x="35606" y="55740"/>
                  <a:pt x="35302" y="53804"/>
                  <a:pt x="35367" y="52373"/>
                </a:cubicBezTo>
                <a:cubicBezTo>
                  <a:pt x="35457" y="50330"/>
                  <a:pt x="35669" y="48290"/>
                  <a:pt x="36135" y="46295"/>
                </a:cubicBezTo>
                <a:cubicBezTo>
                  <a:pt x="37059" y="42346"/>
                  <a:pt x="39091" y="38504"/>
                  <a:pt x="42440" y="36216"/>
                </a:cubicBezTo>
                <a:cubicBezTo>
                  <a:pt x="44232" y="34993"/>
                  <a:pt x="46437" y="34312"/>
                  <a:pt x="48598" y="34312"/>
                </a:cubicBezTo>
                <a:cubicBezTo>
                  <a:pt x="50479" y="34312"/>
                  <a:pt x="52327" y="34827"/>
                  <a:pt x="53844" y="35949"/>
                </a:cubicBezTo>
                <a:cubicBezTo>
                  <a:pt x="56512" y="37924"/>
                  <a:pt x="57713" y="41257"/>
                  <a:pt x="59515" y="44046"/>
                </a:cubicBezTo>
                <a:cubicBezTo>
                  <a:pt x="63247" y="49823"/>
                  <a:pt x="70132" y="53256"/>
                  <a:pt x="76979" y="53256"/>
                </a:cubicBezTo>
                <a:cubicBezTo>
                  <a:pt x="78932" y="53256"/>
                  <a:pt x="80882" y="52976"/>
                  <a:pt x="82755" y="52393"/>
                </a:cubicBezTo>
                <a:cubicBezTo>
                  <a:pt x="88025" y="50749"/>
                  <a:pt x="92417" y="46803"/>
                  <a:pt x="94967" y="41949"/>
                </a:cubicBezTo>
                <a:cubicBezTo>
                  <a:pt x="96310" y="39393"/>
                  <a:pt x="96727" y="36874"/>
                  <a:pt x="97318" y="34107"/>
                </a:cubicBezTo>
                <a:cubicBezTo>
                  <a:pt x="97947" y="31149"/>
                  <a:pt x="100292" y="28151"/>
                  <a:pt x="101780" y="25478"/>
                </a:cubicBezTo>
                <a:cubicBezTo>
                  <a:pt x="103065" y="23171"/>
                  <a:pt x="104355" y="20857"/>
                  <a:pt x="105958" y="18759"/>
                </a:cubicBezTo>
                <a:cubicBezTo>
                  <a:pt x="107926" y="16182"/>
                  <a:pt x="113883" y="11799"/>
                  <a:pt x="110600" y="7939"/>
                </a:cubicBezTo>
                <a:lnTo>
                  <a:pt x="110600" y="7939"/>
                </a:lnTo>
                <a:lnTo>
                  <a:pt x="110582" y="8744"/>
                </a:lnTo>
                <a:cubicBezTo>
                  <a:pt x="108305" y="3527"/>
                  <a:pt x="102705" y="0"/>
                  <a:pt x="97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p:nvPr/>
        </p:nvSpPr>
        <p:spPr>
          <a:xfrm flipH="1" rot="-9321271">
            <a:off x="-211472" y="4936"/>
            <a:ext cx="911295" cy="848995"/>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6" name="Google Shape;466;p20"/>
          <p:cNvGrpSpPr/>
          <p:nvPr/>
        </p:nvGrpSpPr>
        <p:grpSpPr>
          <a:xfrm flipH="1" rot="-794112">
            <a:off x="-758200" y="3233903"/>
            <a:ext cx="1366247" cy="1136254"/>
            <a:chOff x="5861250" y="3367000"/>
            <a:chExt cx="886875" cy="737475"/>
          </a:xfrm>
        </p:grpSpPr>
        <p:sp>
          <p:nvSpPr>
            <p:cNvPr id="467" name="Google Shape;467;p20"/>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0"/>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0"/>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0"/>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0"/>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0"/>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0"/>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5" name="Google Shape;485;p20"/>
          <p:cNvSpPr/>
          <p:nvPr/>
        </p:nvSpPr>
        <p:spPr>
          <a:xfrm flipH="1" rot="-772274">
            <a:off x="7895310" y="4348884"/>
            <a:ext cx="1472272" cy="519221"/>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 name="Google Shape;486;p20"/>
          <p:cNvGrpSpPr/>
          <p:nvPr/>
        </p:nvGrpSpPr>
        <p:grpSpPr>
          <a:xfrm flipH="1" rot="-5554549">
            <a:off x="5978" y="2599842"/>
            <a:ext cx="365030" cy="202458"/>
            <a:chOff x="2111075" y="2692025"/>
            <a:chExt cx="224725" cy="124625"/>
          </a:xfrm>
        </p:grpSpPr>
        <p:sp>
          <p:nvSpPr>
            <p:cNvPr id="487" name="Google Shape;487;p20"/>
            <p:cNvSpPr/>
            <p:nvPr/>
          </p:nvSpPr>
          <p:spPr>
            <a:xfrm>
              <a:off x="2111075" y="2692025"/>
              <a:ext cx="93475" cy="72250"/>
            </a:xfrm>
            <a:custGeom>
              <a:rect b="b" l="l" r="r" t="t"/>
              <a:pathLst>
                <a:path extrusionOk="0" h="2890" w="3739">
                  <a:moveTo>
                    <a:pt x="1749" y="0"/>
                  </a:moveTo>
                  <a:cubicBezTo>
                    <a:pt x="1600" y="0"/>
                    <a:pt x="1445" y="22"/>
                    <a:pt x="1288" y="70"/>
                  </a:cubicBezTo>
                  <a:cubicBezTo>
                    <a:pt x="346" y="354"/>
                    <a:pt x="0" y="1551"/>
                    <a:pt x="529" y="2350"/>
                  </a:cubicBezTo>
                  <a:cubicBezTo>
                    <a:pt x="722" y="2640"/>
                    <a:pt x="1088" y="2889"/>
                    <a:pt x="1457" y="2889"/>
                  </a:cubicBezTo>
                  <a:cubicBezTo>
                    <a:pt x="1539" y="2889"/>
                    <a:pt x="1620" y="2877"/>
                    <a:pt x="1700" y="2851"/>
                  </a:cubicBezTo>
                  <a:cubicBezTo>
                    <a:pt x="1872" y="2824"/>
                    <a:pt x="2030" y="2749"/>
                    <a:pt x="2160" y="2634"/>
                  </a:cubicBezTo>
                  <a:cubicBezTo>
                    <a:pt x="2312" y="2659"/>
                    <a:pt x="2466" y="2672"/>
                    <a:pt x="2623" y="2672"/>
                  </a:cubicBezTo>
                  <a:cubicBezTo>
                    <a:pt x="3208" y="2667"/>
                    <a:pt x="3739" y="2065"/>
                    <a:pt x="3537" y="1471"/>
                  </a:cubicBezTo>
                  <a:cubicBezTo>
                    <a:pt x="3271" y="685"/>
                    <a:pt x="2583" y="0"/>
                    <a:pt x="1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2291850" y="2773750"/>
              <a:ext cx="43950" cy="42900"/>
            </a:xfrm>
            <a:custGeom>
              <a:rect b="b" l="l" r="r" t="t"/>
              <a:pathLst>
                <a:path extrusionOk="0" h="1716" w="1758">
                  <a:moveTo>
                    <a:pt x="880" y="0"/>
                  </a:moveTo>
                  <a:cubicBezTo>
                    <a:pt x="431" y="0"/>
                    <a:pt x="1" y="394"/>
                    <a:pt x="22" y="858"/>
                  </a:cubicBezTo>
                  <a:cubicBezTo>
                    <a:pt x="42" y="1322"/>
                    <a:pt x="399" y="1715"/>
                    <a:pt x="880" y="1715"/>
                  </a:cubicBezTo>
                  <a:cubicBezTo>
                    <a:pt x="1327" y="1715"/>
                    <a:pt x="1757" y="1320"/>
                    <a:pt x="1735" y="858"/>
                  </a:cubicBezTo>
                  <a:cubicBezTo>
                    <a:pt x="1715" y="392"/>
                    <a:pt x="1360" y="0"/>
                    <a:pt x="8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9" name="Google Shape;489;p20"/>
          <p:cNvSpPr/>
          <p:nvPr/>
        </p:nvSpPr>
        <p:spPr>
          <a:xfrm flipH="1" rot="7531157">
            <a:off x="2241687" y="4809021"/>
            <a:ext cx="893380" cy="315086"/>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
          <p:cNvSpPr/>
          <p:nvPr/>
        </p:nvSpPr>
        <p:spPr>
          <a:xfrm flipH="1" rot="7531065">
            <a:off x="2757551" y="4748297"/>
            <a:ext cx="1389851" cy="490187"/>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flipH="1" rot="-9321271">
            <a:off x="-198441" y="-173115"/>
            <a:ext cx="1022644" cy="1151768"/>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92" name="Shape 492"/>
        <p:cNvGrpSpPr/>
        <p:nvPr/>
      </p:nvGrpSpPr>
      <p:grpSpPr>
        <a:xfrm>
          <a:off x="0" y="0"/>
          <a:ext cx="0" cy="0"/>
          <a:chOff x="0" y="0"/>
          <a:chExt cx="0" cy="0"/>
        </a:xfrm>
      </p:grpSpPr>
      <p:sp>
        <p:nvSpPr>
          <p:cNvPr id="493" name="Google Shape;493;p21"/>
          <p:cNvSpPr txBox="1"/>
          <p:nvPr>
            <p:ph hasCustomPrompt="1" type="title"/>
          </p:nvPr>
        </p:nvSpPr>
        <p:spPr>
          <a:xfrm>
            <a:off x="4510675" y="540000"/>
            <a:ext cx="3626700" cy="70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94" name="Google Shape;494;p21"/>
          <p:cNvSpPr txBox="1"/>
          <p:nvPr>
            <p:ph idx="1" type="subTitle"/>
          </p:nvPr>
        </p:nvSpPr>
        <p:spPr>
          <a:xfrm>
            <a:off x="4510675" y="1246027"/>
            <a:ext cx="36267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5" name="Google Shape;495;p21"/>
          <p:cNvSpPr txBox="1"/>
          <p:nvPr>
            <p:ph hasCustomPrompt="1" idx="2" type="title"/>
          </p:nvPr>
        </p:nvSpPr>
        <p:spPr>
          <a:xfrm>
            <a:off x="4510675" y="1996155"/>
            <a:ext cx="3626700" cy="70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96" name="Google Shape;496;p21"/>
          <p:cNvSpPr txBox="1"/>
          <p:nvPr>
            <p:ph idx="3" type="subTitle"/>
          </p:nvPr>
        </p:nvSpPr>
        <p:spPr>
          <a:xfrm>
            <a:off x="4510675" y="2702170"/>
            <a:ext cx="36267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7" name="Google Shape;497;p21"/>
          <p:cNvSpPr txBox="1"/>
          <p:nvPr>
            <p:ph hasCustomPrompt="1" idx="4" type="title"/>
          </p:nvPr>
        </p:nvSpPr>
        <p:spPr>
          <a:xfrm>
            <a:off x="4510675" y="3452309"/>
            <a:ext cx="3626700" cy="70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98" name="Google Shape;498;p21"/>
          <p:cNvSpPr txBox="1"/>
          <p:nvPr>
            <p:ph idx="5" type="subTitle"/>
          </p:nvPr>
        </p:nvSpPr>
        <p:spPr>
          <a:xfrm>
            <a:off x="4510675" y="4158325"/>
            <a:ext cx="36267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9" name="Google Shape;499;p21"/>
          <p:cNvSpPr/>
          <p:nvPr>
            <p:ph idx="6" type="pic"/>
          </p:nvPr>
        </p:nvSpPr>
        <p:spPr>
          <a:xfrm>
            <a:off x="810650" y="655150"/>
            <a:ext cx="3425100" cy="3798900"/>
          </a:xfrm>
          <a:prstGeom prst="rect">
            <a:avLst/>
          </a:prstGeom>
          <a:noFill/>
          <a:ln>
            <a:noFill/>
          </a:ln>
        </p:spPr>
      </p:sp>
      <p:grpSp>
        <p:nvGrpSpPr>
          <p:cNvPr id="500" name="Google Shape;500;p21"/>
          <p:cNvGrpSpPr/>
          <p:nvPr/>
        </p:nvGrpSpPr>
        <p:grpSpPr>
          <a:xfrm rot="5726350">
            <a:off x="8168228" y="3916824"/>
            <a:ext cx="1663552" cy="1383316"/>
            <a:chOff x="5861250" y="3367000"/>
            <a:chExt cx="886875" cy="737475"/>
          </a:xfrm>
        </p:grpSpPr>
        <p:sp>
          <p:nvSpPr>
            <p:cNvPr id="501" name="Google Shape;501;p21"/>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1"/>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1"/>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1"/>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1"/>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1"/>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1"/>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 name="Google Shape;519;p21"/>
          <p:cNvSpPr/>
          <p:nvPr/>
        </p:nvSpPr>
        <p:spPr>
          <a:xfrm rot="749851">
            <a:off x="8584299" y="487710"/>
            <a:ext cx="1563767" cy="176121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flipH="1" rot="-5400000">
            <a:off x="8137363" y="1141250"/>
            <a:ext cx="1348140" cy="854779"/>
          </a:xfrm>
          <a:custGeom>
            <a:rect b="b" l="l" r="r" t="t"/>
            <a:pathLst>
              <a:path extrusionOk="0" h="29613" w="46705">
                <a:moveTo>
                  <a:pt x="17962" y="0"/>
                </a:moveTo>
                <a:cubicBezTo>
                  <a:pt x="14983" y="0"/>
                  <a:pt x="12136" y="424"/>
                  <a:pt x="9650" y="1324"/>
                </a:cubicBezTo>
                <a:cubicBezTo>
                  <a:pt x="4406" y="3222"/>
                  <a:pt x="1303" y="6952"/>
                  <a:pt x="676" y="12113"/>
                </a:cubicBezTo>
                <a:cubicBezTo>
                  <a:pt x="0" y="17675"/>
                  <a:pt x="2943" y="22526"/>
                  <a:pt x="8960" y="25775"/>
                </a:cubicBezTo>
                <a:cubicBezTo>
                  <a:pt x="13691" y="28329"/>
                  <a:pt x="19708" y="29612"/>
                  <a:pt x="25244" y="29612"/>
                </a:cubicBezTo>
                <a:cubicBezTo>
                  <a:pt x="30592" y="29612"/>
                  <a:pt x="35493" y="28413"/>
                  <a:pt x="38345" y="26002"/>
                </a:cubicBezTo>
                <a:cubicBezTo>
                  <a:pt x="40789" y="23939"/>
                  <a:pt x="41508" y="21163"/>
                  <a:pt x="40427" y="17975"/>
                </a:cubicBezTo>
                <a:cubicBezTo>
                  <a:pt x="38004" y="10837"/>
                  <a:pt x="27935" y="7360"/>
                  <a:pt x="19609" y="7360"/>
                </a:cubicBezTo>
                <a:cubicBezTo>
                  <a:pt x="17351" y="7360"/>
                  <a:pt x="15221" y="7615"/>
                  <a:pt x="13407" y="8123"/>
                </a:cubicBezTo>
                <a:cubicBezTo>
                  <a:pt x="10678" y="8887"/>
                  <a:pt x="8610" y="10482"/>
                  <a:pt x="7735" y="12500"/>
                </a:cubicBezTo>
                <a:cubicBezTo>
                  <a:pt x="6968" y="14270"/>
                  <a:pt x="7123" y="16282"/>
                  <a:pt x="8182" y="18321"/>
                </a:cubicBezTo>
                <a:cubicBezTo>
                  <a:pt x="10484" y="22744"/>
                  <a:pt x="16743" y="25193"/>
                  <a:pt x="21833" y="26011"/>
                </a:cubicBezTo>
                <a:cubicBezTo>
                  <a:pt x="22583" y="26131"/>
                  <a:pt x="24558" y="26407"/>
                  <a:pt x="26852" y="26407"/>
                </a:cubicBezTo>
                <a:cubicBezTo>
                  <a:pt x="30287" y="26407"/>
                  <a:pt x="34437" y="25787"/>
                  <a:pt x="36264" y="23095"/>
                </a:cubicBezTo>
                <a:cubicBezTo>
                  <a:pt x="37079" y="21894"/>
                  <a:pt x="37323" y="20638"/>
                  <a:pt x="36989" y="19361"/>
                </a:cubicBezTo>
                <a:cubicBezTo>
                  <a:pt x="36204" y="16352"/>
                  <a:pt x="32487" y="14210"/>
                  <a:pt x="30926" y="13430"/>
                </a:cubicBezTo>
                <a:cubicBezTo>
                  <a:pt x="28134" y="12032"/>
                  <a:pt x="23847" y="10651"/>
                  <a:pt x="20055" y="10651"/>
                </a:cubicBezTo>
                <a:cubicBezTo>
                  <a:pt x="17958" y="10651"/>
                  <a:pt x="16012" y="11073"/>
                  <a:pt x="14553" y="12148"/>
                </a:cubicBezTo>
                <a:cubicBezTo>
                  <a:pt x="12618" y="13575"/>
                  <a:pt x="12291" y="15143"/>
                  <a:pt x="12356" y="16209"/>
                </a:cubicBezTo>
                <a:cubicBezTo>
                  <a:pt x="12470" y="18057"/>
                  <a:pt x="13846" y="19895"/>
                  <a:pt x="16034" y="21125"/>
                </a:cubicBezTo>
                <a:cubicBezTo>
                  <a:pt x="18100" y="22284"/>
                  <a:pt x="23607" y="23953"/>
                  <a:pt x="27449" y="23953"/>
                </a:cubicBezTo>
                <a:cubicBezTo>
                  <a:pt x="28630" y="23953"/>
                  <a:pt x="29654" y="23796"/>
                  <a:pt x="30372" y="23417"/>
                </a:cubicBezTo>
                <a:cubicBezTo>
                  <a:pt x="32152" y="22476"/>
                  <a:pt x="32539" y="21311"/>
                  <a:pt x="32549" y="20501"/>
                </a:cubicBezTo>
                <a:cubicBezTo>
                  <a:pt x="32574" y="18527"/>
                  <a:pt x="30539" y="16677"/>
                  <a:pt x="28787" y="15693"/>
                </a:cubicBezTo>
                <a:cubicBezTo>
                  <a:pt x="27561" y="15003"/>
                  <a:pt x="23308" y="13430"/>
                  <a:pt x="20017" y="13430"/>
                </a:cubicBezTo>
                <a:cubicBezTo>
                  <a:pt x="19229" y="13430"/>
                  <a:pt x="18496" y="13520"/>
                  <a:pt x="17873" y="13735"/>
                </a:cubicBezTo>
                <a:cubicBezTo>
                  <a:pt x="16999" y="14035"/>
                  <a:pt x="16403" y="14556"/>
                  <a:pt x="16099" y="15283"/>
                </a:cubicBezTo>
                <a:cubicBezTo>
                  <a:pt x="15816" y="15962"/>
                  <a:pt x="15792" y="17031"/>
                  <a:pt x="17289" y="18275"/>
                </a:cubicBezTo>
                <a:cubicBezTo>
                  <a:pt x="18956" y="19662"/>
                  <a:pt x="22099" y="20819"/>
                  <a:pt x="24252" y="20819"/>
                </a:cubicBezTo>
                <a:cubicBezTo>
                  <a:pt x="24937" y="20819"/>
                  <a:pt x="25522" y="20702"/>
                  <a:pt x="25926" y="20437"/>
                </a:cubicBezTo>
                <a:cubicBezTo>
                  <a:pt x="26257" y="20221"/>
                  <a:pt x="26767" y="19710"/>
                  <a:pt x="26477" y="18709"/>
                </a:cubicBezTo>
                <a:cubicBezTo>
                  <a:pt x="26260" y="17952"/>
                  <a:pt x="25342" y="17461"/>
                  <a:pt x="24623" y="17270"/>
                </a:cubicBezTo>
                <a:cubicBezTo>
                  <a:pt x="24332" y="17192"/>
                  <a:pt x="24055" y="17153"/>
                  <a:pt x="23801" y="17153"/>
                </a:cubicBezTo>
                <a:cubicBezTo>
                  <a:pt x="23326" y="17153"/>
                  <a:pt x="22928" y="17287"/>
                  <a:pt x="22658" y="17548"/>
                </a:cubicBezTo>
                <a:cubicBezTo>
                  <a:pt x="22470" y="17730"/>
                  <a:pt x="22465" y="18032"/>
                  <a:pt x="22648" y="18219"/>
                </a:cubicBezTo>
                <a:cubicBezTo>
                  <a:pt x="22741" y="18315"/>
                  <a:pt x="22865" y="18364"/>
                  <a:pt x="22989" y="18364"/>
                </a:cubicBezTo>
                <a:cubicBezTo>
                  <a:pt x="23108" y="18364"/>
                  <a:pt x="23227" y="18319"/>
                  <a:pt x="23319" y="18230"/>
                </a:cubicBezTo>
                <a:cubicBezTo>
                  <a:pt x="23395" y="18157"/>
                  <a:pt x="23564" y="18103"/>
                  <a:pt x="23804" y="18103"/>
                </a:cubicBezTo>
                <a:cubicBezTo>
                  <a:pt x="23966" y="18103"/>
                  <a:pt x="24159" y="18127"/>
                  <a:pt x="24378" y="18185"/>
                </a:cubicBezTo>
                <a:cubicBezTo>
                  <a:pt x="25031" y="18359"/>
                  <a:pt x="25494" y="18721"/>
                  <a:pt x="25566" y="18971"/>
                </a:cubicBezTo>
                <a:cubicBezTo>
                  <a:pt x="25704" y="19450"/>
                  <a:pt x="25511" y="19575"/>
                  <a:pt x="25408" y="19643"/>
                </a:cubicBezTo>
                <a:cubicBezTo>
                  <a:pt x="25173" y="19796"/>
                  <a:pt x="24787" y="19868"/>
                  <a:pt x="24305" y="19868"/>
                </a:cubicBezTo>
                <a:cubicBezTo>
                  <a:pt x="22566" y="19868"/>
                  <a:pt x="19572" y="18940"/>
                  <a:pt x="17896" y="17547"/>
                </a:cubicBezTo>
                <a:cubicBezTo>
                  <a:pt x="17315" y="17063"/>
                  <a:pt x="16685" y="16344"/>
                  <a:pt x="16975" y="15648"/>
                </a:cubicBezTo>
                <a:cubicBezTo>
                  <a:pt x="17172" y="15176"/>
                  <a:pt x="17567" y="14842"/>
                  <a:pt x="18181" y="14632"/>
                </a:cubicBezTo>
                <a:cubicBezTo>
                  <a:pt x="18694" y="14456"/>
                  <a:pt x="19315" y="14381"/>
                  <a:pt x="19994" y="14381"/>
                </a:cubicBezTo>
                <a:cubicBezTo>
                  <a:pt x="22970" y="14381"/>
                  <a:pt x="27081" y="15823"/>
                  <a:pt x="28323" y="16521"/>
                </a:cubicBezTo>
                <a:cubicBezTo>
                  <a:pt x="29915" y="17415"/>
                  <a:pt x="31620" y="19038"/>
                  <a:pt x="31601" y="20489"/>
                </a:cubicBezTo>
                <a:cubicBezTo>
                  <a:pt x="31590" y="21295"/>
                  <a:pt x="31027" y="21997"/>
                  <a:pt x="29930" y="22579"/>
                </a:cubicBezTo>
                <a:cubicBezTo>
                  <a:pt x="29341" y="22890"/>
                  <a:pt x="28483" y="23020"/>
                  <a:pt x="27476" y="23020"/>
                </a:cubicBezTo>
                <a:cubicBezTo>
                  <a:pt x="23883" y="23020"/>
                  <a:pt x="18394" y="21360"/>
                  <a:pt x="16500" y="20297"/>
                </a:cubicBezTo>
                <a:cubicBezTo>
                  <a:pt x="14621" y="19243"/>
                  <a:pt x="13395" y="17653"/>
                  <a:pt x="13304" y="16150"/>
                </a:cubicBezTo>
                <a:cubicBezTo>
                  <a:pt x="13230" y="14961"/>
                  <a:pt x="13857" y="13842"/>
                  <a:pt x="15117" y="12912"/>
                </a:cubicBezTo>
                <a:cubicBezTo>
                  <a:pt x="16392" y="11973"/>
                  <a:pt x="18130" y="11603"/>
                  <a:pt x="20024" y="11603"/>
                </a:cubicBezTo>
                <a:cubicBezTo>
                  <a:pt x="23668" y="11603"/>
                  <a:pt x="27890" y="12971"/>
                  <a:pt x="30502" y="14279"/>
                </a:cubicBezTo>
                <a:cubicBezTo>
                  <a:pt x="31630" y="14842"/>
                  <a:pt x="35365" y="16894"/>
                  <a:pt x="36073" y="19602"/>
                </a:cubicBezTo>
                <a:cubicBezTo>
                  <a:pt x="36337" y="20616"/>
                  <a:pt x="36144" y="21585"/>
                  <a:pt x="35480" y="22563"/>
                </a:cubicBezTo>
                <a:cubicBezTo>
                  <a:pt x="34020" y="24715"/>
                  <a:pt x="30475" y="25468"/>
                  <a:pt x="26805" y="25468"/>
                </a:cubicBezTo>
                <a:cubicBezTo>
                  <a:pt x="25165" y="25468"/>
                  <a:pt x="23500" y="25318"/>
                  <a:pt x="21985" y="25075"/>
                </a:cubicBezTo>
                <a:cubicBezTo>
                  <a:pt x="17122" y="24294"/>
                  <a:pt x="11163" y="21995"/>
                  <a:pt x="9025" y="17883"/>
                </a:cubicBezTo>
                <a:cubicBezTo>
                  <a:pt x="8101" y="16107"/>
                  <a:pt x="7957" y="14377"/>
                  <a:pt x="8606" y="12877"/>
                </a:cubicBezTo>
                <a:cubicBezTo>
                  <a:pt x="9367" y="11124"/>
                  <a:pt x="11210" y="9725"/>
                  <a:pt x="13664" y="9037"/>
                </a:cubicBezTo>
                <a:cubicBezTo>
                  <a:pt x="15380" y="8557"/>
                  <a:pt x="17389" y="8319"/>
                  <a:pt x="19517" y="8319"/>
                </a:cubicBezTo>
                <a:cubicBezTo>
                  <a:pt x="27552" y="8319"/>
                  <a:pt x="37299" y="11712"/>
                  <a:pt x="39530" y="18282"/>
                </a:cubicBezTo>
                <a:cubicBezTo>
                  <a:pt x="40489" y="21108"/>
                  <a:pt x="39885" y="23462"/>
                  <a:pt x="37733" y="25278"/>
                </a:cubicBezTo>
                <a:cubicBezTo>
                  <a:pt x="35083" y="27519"/>
                  <a:pt x="30402" y="28630"/>
                  <a:pt x="25274" y="28630"/>
                </a:cubicBezTo>
                <a:cubicBezTo>
                  <a:pt x="19862" y="28630"/>
                  <a:pt x="13954" y="27392"/>
                  <a:pt x="9412" y="24940"/>
                </a:cubicBezTo>
                <a:cubicBezTo>
                  <a:pt x="5413" y="22783"/>
                  <a:pt x="818" y="18824"/>
                  <a:pt x="1618" y="12229"/>
                </a:cubicBezTo>
                <a:cubicBezTo>
                  <a:pt x="2352" y="6187"/>
                  <a:pt x="6566" y="3449"/>
                  <a:pt x="9972" y="2216"/>
                </a:cubicBezTo>
                <a:cubicBezTo>
                  <a:pt x="12375" y="1347"/>
                  <a:pt x="15126" y="936"/>
                  <a:pt x="18006" y="936"/>
                </a:cubicBezTo>
                <a:cubicBezTo>
                  <a:pt x="25801" y="936"/>
                  <a:pt x="34543" y="3941"/>
                  <a:pt x="39878" y="8966"/>
                </a:cubicBezTo>
                <a:cubicBezTo>
                  <a:pt x="42883" y="11796"/>
                  <a:pt x="46076" y="16489"/>
                  <a:pt x="44216" y="22781"/>
                </a:cubicBezTo>
                <a:cubicBezTo>
                  <a:pt x="44142" y="23033"/>
                  <a:pt x="44286" y="23297"/>
                  <a:pt x="44536" y="23372"/>
                </a:cubicBezTo>
                <a:cubicBezTo>
                  <a:pt x="44580" y="23385"/>
                  <a:pt x="44625" y="23391"/>
                  <a:pt x="44670" y="23391"/>
                </a:cubicBezTo>
                <a:cubicBezTo>
                  <a:pt x="44875" y="23391"/>
                  <a:pt x="45064" y="23257"/>
                  <a:pt x="45125" y="23050"/>
                </a:cubicBezTo>
                <a:cubicBezTo>
                  <a:pt x="46704" y="17703"/>
                  <a:pt x="45116" y="12596"/>
                  <a:pt x="40529" y="8275"/>
                </a:cubicBezTo>
                <a:cubicBezTo>
                  <a:pt x="35028" y="3095"/>
                  <a:pt x="26010" y="0"/>
                  <a:pt x="179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521" name="Shape 521"/>
        <p:cNvGrpSpPr/>
        <p:nvPr/>
      </p:nvGrpSpPr>
      <p:grpSpPr>
        <a:xfrm>
          <a:off x="0" y="0"/>
          <a:ext cx="0" cy="0"/>
          <a:chOff x="0" y="0"/>
          <a:chExt cx="0" cy="0"/>
        </a:xfrm>
      </p:grpSpPr>
      <p:sp>
        <p:nvSpPr>
          <p:cNvPr id="522" name="Google Shape;522;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3" name="Google Shape;523;p22"/>
          <p:cNvSpPr/>
          <p:nvPr/>
        </p:nvSpPr>
        <p:spPr>
          <a:xfrm flipH="1" rot="7047331">
            <a:off x="-1376454" y="1680459"/>
            <a:ext cx="4443475" cy="4407063"/>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2"/>
          <p:cNvSpPr/>
          <p:nvPr/>
        </p:nvSpPr>
        <p:spPr>
          <a:xfrm rot="1731848">
            <a:off x="6812896" y="-1710023"/>
            <a:ext cx="4653490" cy="4490052"/>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2"/>
          <p:cNvSpPr/>
          <p:nvPr/>
        </p:nvSpPr>
        <p:spPr>
          <a:xfrm rot="-8921951">
            <a:off x="7917617" y="448289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p:nvPr/>
        </p:nvSpPr>
        <p:spPr>
          <a:xfrm rot="-4007490">
            <a:off x="8010001" y="4502954"/>
            <a:ext cx="1074599" cy="379000"/>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7" name="Google Shape;527;p22"/>
          <p:cNvGrpSpPr/>
          <p:nvPr/>
        </p:nvGrpSpPr>
        <p:grpSpPr>
          <a:xfrm rot="-9382011">
            <a:off x="227259" y="-214730"/>
            <a:ext cx="1236026" cy="1027809"/>
            <a:chOff x="5861250" y="3367000"/>
            <a:chExt cx="886875" cy="737475"/>
          </a:xfrm>
        </p:grpSpPr>
        <p:sp>
          <p:nvSpPr>
            <p:cNvPr id="528" name="Google Shape;528;p22"/>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2"/>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2"/>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2"/>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2"/>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2"/>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2"/>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2"/>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2"/>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2"/>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2"/>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2"/>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2"/>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2"/>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2"/>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22"/>
          <p:cNvGrpSpPr/>
          <p:nvPr/>
        </p:nvGrpSpPr>
        <p:grpSpPr>
          <a:xfrm rot="3934906">
            <a:off x="406631" y="3275434"/>
            <a:ext cx="616931" cy="281642"/>
            <a:chOff x="5915750" y="2013050"/>
            <a:chExt cx="307050" cy="140175"/>
          </a:xfrm>
        </p:grpSpPr>
        <p:sp>
          <p:nvSpPr>
            <p:cNvPr id="547" name="Google Shape;547;p22"/>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2"/>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2"/>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 name="Google Shape;550;p22"/>
          <p:cNvGrpSpPr/>
          <p:nvPr/>
        </p:nvGrpSpPr>
        <p:grpSpPr>
          <a:xfrm rot="3441177">
            <a:off x="1467601" y="4449274"/>
            <a:ext cx="285570" cy="318444"/>
            <a:chOff x="5355850" y="3148375"/>
            <a:chExt cx="128550" cy="143350"/>
          </a:xfrm>
        </p:grpSpPr>
        <p:sp>
          <p:nvSpPr>
            <p:cNvPr id="551" name="Google Shape;551;p22"/>
            <p:cNvSpPr/>
            <p:nvPr/>
          </p:nvSpPr>
          <p:spPr>
            <a:xfrm>
              <a:off x="5355850" y="3228125"/>
              <a:ext cx="72750" cy="63600"/>
            </a:xfrm>
            <a:custGeom>
              <a:rect b="b" l="l" r="r" t="t"/>
              <a:pathLst>
                <a:path extrusionOk="0" h="2544" w="2910">
                  <a:moveTo>
                    <a:pt x="1548" y="0"/>
                  </a:moveTo>
                  <a:cubicBezTo>
                    <a:pt x="1451" y="0"/>
                    <a:pt x="1351" y="12"/>
                    <a:pt x="1250" y="36"/>
                  </a:cubicBezTo>
                  <a:cubicBezTo>
                    <a:pt x="541" y="208"/>
                    <a:pt x="1" y="974"/>
                    <a:pt x="251" y="1699"/>
                  </a:cubicBezTo>
                  <a:cubicBezTo>
                    <a:pt x="336" y="1945"/>
                    <a:pt x="483" y="2120"/>
                    <a:pt x="668" y="2237"/>
                  </a:cubicBezTo>
                  <a:cubicBezTo>
                    <a:pt x="726" y="2302"/>
                    <a:pt x="795" y="2358"/>
                    <a:pt x="880" y="2397"/>
                  </a:cubicBezTo>
                  <a:cubicBezTo>
                    <a:pt x="1083" y="2490"/>
                    <a:pt x="1292" y="2544"/>
                    <a:pt x="1499" y="2544"/>
                  </a:cubicBezTo>
                  <a:cubicBezTo>
                    <a:pt x="1700" y="2544"/>
                    <a:pt x="1900" y="2493"/>
                    <a:pt x="2093" y="2378"/>
                  </a:cubicBezTo>
                  <a:cubicBezTo>
                    <a:pt x="2243" y="2290"/>
                    <a:pt x="2376" y="2170"/>
                    <a:pt x="2485" y="2030"/>
                  </a:cubicBezTo>
                  <a:cubicBezTo>
                    <a:pt x="2575" y="1945"/>
                    <a:pt x="2656" y="1851"/>
                    <a:pt x="2720" y="1746"/>
                  </a:cubicBezTo>
                  <a:cubicBezTo>
                    <a:pt x="2910" y="1436"/>
                    <a:pt x="2873" y="1047"/>
                    <a:pt x="2678" y="759"/>
                  </a:cubicBezTo>
                  <a:cubicBezTo>
                    <a:pt x="2495" y="316"/>
                    <a:pt x="2056" y="0"/>
                    <a:pt x="15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2"/>
            <p:cNvSpPr/>
            <p:nvPr/>
          </p:nvSpPr>
          <p:spPr>
            <a:xfrm>
              <a:off x="5441225" y="3148375"/>
              <a:ext cx="43175" cy="42125"/>
            </a:xfrm>
            <a:custGeom>
              <a:rect b="b" l="l" r="r" t="t"/>
              <a:pathLst>
                <a:path extrusionOk="0" h="1685" w="1727">
                  <a:moveTo>
                    <a:pt x="864" y="0"/>
                  </a:moveTo>
                  <a:cubicBezTo>
                    <a:pt x="422" y="0"/>
                    <a:pt x="0" y="387"/>
                    <a:pt x="22" y="843"/>
                  </a:cubicBezTo>
                  <a:cubicBezTo>
                    <a:pt x="42" y="1298"/>
                    <a:pt x="392" y="1685"/>
                    <a:pt x="864" y="1685"/>
                  </a:cubicBezTo>
                  <a:cubicBezTo>
                    <a:pt x="1305" y="1685"/>
                    <a:pt x="1727" y="1296"/>
                    <a:pt x="1705" y="843"/>
                  </a:cubicBezTo>
                  <a:cubicBezTo>
                    <a:pt x="1685" y="386"/>
                    <a:pt x="1335"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553" name="Shape 553"/>
        <p:cNvGrpSpPr/>
        <p:nvPr/>
      </p:nvGrpSpPr>
      <p:grpSpPr>
        <a:xfrm>
          <a:off x="0" y="0"/>
          <a:ext cx="0" cy="0"/>
          <a:chOff x="0" y="0"/>
          <a:chExt cx="0" cy="0"/>
        </a:xfrm>
      </p:grpSpPr>
      <p:sp>
        <p:nvSpPr>
          <p:cNvPr id="554" name="Google Shape;55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5" name="Google Shape;555;p23"/>
          <p:cNvSpPr/>
          <p:nvPr/>
        </p:nvSpPr>
        <p:spPr>
          <a:xfrm rot="-6659734">
            <a:off x="6207181" y="1470903"/>
            <a:ext cx="4443455" cy="4407042"/>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3"/>
          <p:cNvSpPr/>
          <p:nvPr/>
        </p:nvSpPr>
        <p:spPr>
          <a:xfrm flipH="1" rot="8921951">
            <a:off x="329207" y="4406734"/>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3"/>
          <p:cNvSpPr/>
          <p:nvPr/>
        </p:nvSpPr>
        <p:spPr>
          <a:xfrm flipH="1" rot="4007490">
            <a:off x="184813" y="4426792"/>
            <a:ext cx="1074599" cy="379000"/>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 name="Google Shape;558;p23"/>
          <p:cNvGrpSpPr/>
          <p:nvPr/>
        </p:nvGrpSpPr>
        <p:grpSpPr>
          <a:xfrm flipH="1" rot="8100000">
            <a:off x="7806105" y="-176744"/>
            <a:ext cx="1236044" cy="1027824"/>
            <a:chOff x="5861250" y="3367000"/>
            <a:chExt cx="886875" cy="737475"/>
          </a:xfrm>
        </p:grpSpPr>
        <p:sp>
          <p:nvSpPr>
            <p:cNvPr id="559" name="Google Shape;559;p23"/>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3"/>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3"/>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3"/>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3"/>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3"/>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3"/>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3"/>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3"/>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3"/>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3"/>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3"/>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3"/>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3"/>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3"/>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23"/>
          <p:cNvGrpSpPr/>
          <p:nvPr/>
        </p:nvGrpSpPr>
        <p:grpSpPr>
          <a:xfrm flipH="1" rot="-6632241">
            <a:off x="8537280" y="2321836"/>
            <a:ext cx="616957" cy="281654"/>
            <a:chOff x="5915750" y="2013050"/>
            <a:chExt cx="307050" cy="140175"/>
          </a:xfrm>
        </p:grpSpPr>
        <p:sp>
          <p:nvSpPr>
            <p:cNvPr id="578" name="Google Shape;578;p23"/>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3"/>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3"/>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23"/>
          <p:cNvSpPr/>
          <p:nvPr/>
        </p:nvSpPr>
        <p:spPr>
          <a:xfrm flipH="1" rot="-1731848">
            <a:off x="-2196973" y="-1786186"/>
            <a:ext cx="4653490" cy="4490052"/>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2_1_1">
    <p:spTree>
      <p:nvGrpSpPr>
        <p:cNvPr id="582" name="Shape 582"/>
        <p:cNvGrpSpPr/>
        <p:nvPr/>
      </p:nvGrpSpPr>
      <p:grpSpPr>
        <a:xfrm>
          <a:off x="0" y="0"/>
          <a:ext cx="0" cy="0"/>
          <a:chOff x="0" y="0"/>
          <a:chExt cx="0" cy="0"/>
        </a:xfrm>
      </p:grpSpPr>
      <p:sp>
        <p:nvSpPr>
          <p:cNvPr id="583" name="Google Shape;58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84" name="Google Shape;584;p24"/>
          <p:cNvSpPr/>
          <p:nvPr/>
        </p:nvSpPr>
        <p:spPr>
          <a:xfrm flipH="1" rot="-4816202">
            <a:off x="6207238" y="-878504"/>
            <a:ext cx="4443320" cy="4406908"/>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4"/>
          <p:cNvSpPr/>
          <p:nvPr/>
        </p:nvSpPr>
        <p:spPr>
          <a:xfrm rot="7831339">
            <a:off x="6244129" y="3456137"/>
            <a:ext cx="4653637" cy="4490194"/>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 name="Google Shape;586;p24"/>
          <p:cNvGrpSpPr/>
          <p:nvPr/>
        </p:nvGrpSpPr>
        <p:grpSpPr>
          <a:xfrm rot="-6704940">
            <a:off x="-90642" y="4132614"/>
            <a:ext cx="918363" cy="427226"/>
            <a:chOff x="2204475" y="3227100"/>
            <a:chExt cx="461600" cy="214700"/>
          </a:xfrm>
        </p:grpSpPr>
        <p:sp>
          <p:nvSpPr>
            <p:cNvPr id="587" name="Google Shape;587;p24"/>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4"/>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4"/>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4"/>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24"/>
          <p:cNvSpPr/>
          <p:nvPr/>
        </p:nvSpPr>
        <p:spPr>
          <a:xfrm rot="8100000">
            <a:off x="8405521" y="541882"/>
            <a:ext cx="1074583" cy="378995"/>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4"/>
          <p:cNvSpPr/>
          <p:nvPr/>
        </p:nvSpPr>
        <p:spPr>
          <a:xfrm rot="-8921951">
            <a:off x="-532233" y="86339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2_1_1_1">
    <p:spTree>
      <p:nvGrpSpPr>
        <p:cNvPr id="593" name="Shape 593"/>
        <p:cNvGrpSpPr/>
        <p:nvPr/>
      </p:nvGrpSpPr>
      <p:grpSpPr>
        <a:xfrm>
          <a:off x="0" y="0"/>
          <a:ext cx="0" cy="0"/>
          <a:chOff x="0" y="0"/>
          <a:chExt cx="0" cy="0"/>
        </a:xfrm>
      </p:grpSpPr>
      <p:sp>
        <p:nvSpPr>
          <p:cNvPr id="594" name="Google Shape;594;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95" name="Google Shape;595;p25"/>
          <p:cNvSpPr/>
          <p:nvPr/>
        </p:nvSpPr>
        <p:spPr>
          <a:xfrm rot="-6538818">
            <a:off x="6507240" y="1631787"/>
            <a:ext cx="4443254" cy="4406843"/>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flipH="1" rot="4007513">
            <a:off x="-522138" y="4334983"/>
            <a:ext cx="1551012" cy="547027"/>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7" name="Google Shape;597;p25"/>
          <p:cNvGrpSpPr/>
          <p:nvPr/>
        </p:nvGrpSpPr>
        <p:grpSpPr>
          <a:xfrm flipH="1" rot="9382011">
            <a:off x="8225153" y="217470"/>
            <a:ext cx="1236026" cy="1027809"/>
            <a:chOff x="5861250" y="3367000"/>
            <a:chExt cx="886875" cy="737475"/>
          </a:xfrm>
        </p:grpSpPr>
        <p:sp>
          <p:nvSpPr>
            <p:cNvPr id="598" name="Google Shape;598;p25"/>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 name="Google Shape;616;p25"/>
          <p:cNvGrpSpPr/>
          <p:nvPr/>
        </p:nvGrpSpPr>
        <p:grpSpPr>
          <a:xfrm flipH="1" rot="-6899424">
            <a:off x="8700383" y="3173041"/>
            <a:ext cx="285571" cy="318448"/>
            <a:chOff x="5355850" y="3148375"/>
            <a:chExt cx="128550" cy="143350"/>
          </a:xfrm>
        </p:grpSpPr>
        <p:sp>
          <p:nvSpPr>
            <p:cNvPr id="617" name="Google Shape;617;p25"/>
            <p:cNvSpPr/>
            <p:nvPr/>
          </p:nvSpPr>
          <p:spPr>
            <a:xfrm>
              <a:off x="5355850" y="3228125"/>
              <a:ext cx="72750" cy="63600"/>
            </a:xfrm>
            <a:custGeom>
              <a:rect b="b" l="l" r="r" t="t"/>
              <a:pathLst>
                <a:path extrusionOk="0" h="2544" w="2910">
                  <a:moveTo>
                    <a:pt x="1548" y="0"/>
                  </a:moveTo>
                  <a:cubicBezTo>
                    <a:pt x="1451" y="0"/>
                    <a:pt x="1351" y="12"/>
                    <a:pt x="1250" y="36"/>
                  </a:cubicBezTo>
                  <a:cubicBezTo>
                    <a:pt x="541" y="208"/>
                    <a:pt x="1" y="974"/>
                    <a:pt x="251" y="1699"/>
                  </a:cubicBezTo>
                  <a:cubicBezTo>
                    <a:pt x="336" y="1945"/>
                    <a:pt x="483" y="2120"/>
                    <a:pt x="668" y="2237"/>
                  </a:cubicBezTo>
                  <a:cubicBezTo>
                    <a:pt x="726" y="2302"/>
                    <a:pt x="795" y="2358"/>
                    <a:pt x="880" y="2397"/>
                  </a:cubicBezTo>
                  <a:cubicBezTo>
                    <a:pt x="1083" y="2490"/>
                    <a:pt x="1292" y="2544"/>
                    <a:pt x="1499" y="2544"/>
                  </a:cubicBezTo>
                  <a:cubicBezTo>
                    <a:pt x="1700" y="2544"/>
                    <a:pt x="1900" y="2493"/>
                    <a:pt x="2093" y="2378"/>
                  </a:cubicBezTo>
                  <a:cubicBezTo>
                    <a:pt x="2243" y="2290"/>
                    <a:pt x="2376" y="2170"/>
                    <a:pt x="2485" y="2030"/>
                  </a:cubicBezTo>
                  <a:cubicBezTo>
                    <a:pt x="2575" y="1945"/>
                    <a:pt x="2656" y="1851"/>
                    <a:pt x="2720" y="1746"/>
                  </a:cubicBezTo>
                  <a:cubicBezTo>
                    <a:pt x="2910" y="1436"/>
                    <a:pt x="2873" y="1047"/>
                    <a:pt x="2678" y="759"/>
                  </a:cubicBezTo>
                  <a:cubicBezTo>
                    <a:pt x="2495" y="316"/>
                    <a:pt x="2056" y="0"/>
                    <a:pt x="15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5441225" y="3148375"/>
              <a:ext cx="43175" cy="42125"/>
            </a:xfrm>
            <a:custGeom>
              <a:rect b="b" l="l" r="r" t="t"/>
              <a:pathLst>
                <a:path extrusionOk="0" h="1685" w="1727">
                  <a:moveTo>
                    <a:pt x="864" y="0"/>
                  </a:moveTo>
                  <a:cubicBezTo>
                    <a:pt x="422" y="0"/>
                    <a:pt x="0" y="387"/>
                    <a:pt x="22" y="843"/>
                  </a:cubicBezTo>
                  <a:cubicBezTo>
                    <a:pt x="42" y="1298"/>
                    <a:pt x="392" y="1685"/>
                    <a:pt x="864" y="1685"/>
                  </a:cubicBezTo>
                  <a:cubicBezTo>
                    <a:pt x="1305" y="1685"/>
                    <a:pt x="1727" y="1296"/>
                    <a:pt x="1705" y="843"/>
                  </a:cubicBezTo>
                  <a:cubicBezTo>
                    <a:pt x="1685" y="386"/>
                    <a:pt x="1335"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25"/>
          <p:cNvSpPr/>
          <p:nvPr/>
        </p:nvSpPr>
        <p:spPr>
          <a:xfrm flipH="1" rot="-458352">
            <a:off x="-1911315" y="-2517582"/>
            <a:ext cx="4653632" cy="4490189"/>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2_1_1_1_1">
    <p:spTree>
      <p:nvGrpSpPr>
        <p:cNvPr id="620" name="Shape 620"/>
        <p:cNvGrpSpPr/>
        <p:nvPr/>
      </p:nvGrpSpPr>
      <p:grpSpPr>
        <a:xfrm>
          <a:off x="0" y="0"/>
          <a:ext cx="0" cy="0"/>
          <a:chOff x="0" y="0"/>
          <a:chExt cx="0" cy="0"/>
        </a:xfrm>
      </p:grpSpPr>
      <p:sp>
        <p:nvSpPr>
          <p:cNvPr id="621" name="Google Shape;621;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22" name="Google Shape;622;p26"/>
          <p:cNvSpPr/>
          <p:nvPr/>
        </p:nvSpPr>
        <p:spPr>
          <a:xfrm flipH="1" rot="-3566165">
            <a:off x="6349282" y="-764218"/>
            <a:ext cx="4443329" cy="4406918"/>
          </a:xfrm>
          <a:custGeom>
            <a:rect b="b" l="l" r="r" t="t"/>
            <a:pathLst>
              <a:path extrusionOk="0" h="174526" w="175968">
                <a:moveTo>
                  <a:pt x="42749" y="0"/>
                </a:moveTo>
                <a:cubicBezTo>
                  <a:pt x="39961" y="0"/>
                  <a:pt x="37178" y="413"/>
                  <a:pt x="34513" y="1277"/>
                </a:cubicBezTo>
                <a:lnTo>
                  <a:pt x="35656" y="218"/>
                </a:lnTo>
                <a:lnTo>
                  <a:pt x="35656" y="218"/>
                </a:lnTo>
                <a:cubicBezTo>
                  <a:pt x="31463" y="305"/>
                  <a:pt x="28313" y="4523"/>
                  <a:pt x="27869" y="8693"/>
                </a:cubicBezTo>
                <a:cubicBezTo>
                  <a:pt x="27425" y="12864"/>
                  <a:pt x="28969" y="16959"/>
                  <a:pt x="30422" y="20892"/>
                </a:cubicBezTo>
                <a:cubicBezTo>
                  <a:pt x="31877" y="24825"/>
                  <a:pt x="33291" y="29000"/>
                  <a:pt x="32582" y="33134"/>
                </a:cubicBezTo>
                <a:cubicBezTo>
                  <a:pt x="31232" y="40998"/>
                  <a:pt x="23150" y="45434"/>
                  <a:pt x="17184" y="50733"/>
                </a:cubicBezTo>
                <a:cubicBezTo>
                  <a:pt x="4393" y="62090"/>
                  <a:pt x="1" y="81993"/>
                  <a:pt x="7023" y="97590"/>
                </a:cubicBezTo>
                <a:cubicBezTo>
                  <a:pt x="13298" y="111529"/>
                  <a:pt x="28325" y="120940"/>
                  <a:pt x="43518" y="120940"/>
                </a:cubicBezTo>
                <a:cubicBezTo>
                  <a:pt x="45326" y="120940"/>
                  <a:pt x="47136" y="120806"/>
                  <a:pt x="48934" y="120532"/>
                </a:cubicBezTo>
                <a:cubicBezTo>
                  <a:pt x="54014" y="119756"/>
                  <a:pt x="59107" y="117975"/>
                  <a:pt x="64158" y="117975"/>
                </a:cubicBezTo>
                <a:cubicBezTo>
                  <a:pt x="65420" y="117975"/>
                  <a:pt x="66680" y="118087"/>
                  <a:pt x="67937" y="118353"/>
                </a:cubicBezTo>
                <a:cubicBezTo>
                  <a:pt x="75615" y="119977"/>
                  <a:pt x="81199" y="127421"/>
                  <a:pt x="82185" y="135207"/>
                </a:cubicBezTo>
                <a:cubicBezTo>
                  <a:pt x="83170" y="142995"/>
                  <a:pt x="80215" y="150869"/>
                  <a:pt x="75683" y="157275"/>
                </a:cubicBezTo>
                <a:cubicBezTo>
                  <a:pt x="71148" y="163681"/>
                  <a:pt x="65119" y="168854"/>
                  <a:pt x="59156" y="173956"/>
                </a:cubicBezTo>
                <a:cubicBezTo>
                  <a:pt x="92605" y="174145"/>
                  <a:pt x="126053" y="174335"/>
                  <a:pt x="159502" y="174524"/>
                </a:cubicBezTo>
                <a:cubicBezTo>
                  <a:pt x="159644" y="174525"/>
                  <a:pt x="159788" y="174526"/>
                  <a:pt x="159932" y="174526"/>
                </a:cubicBezTo>
                <a:cubicBezTo>
                  <a:pt x="164758" y="174526"/>
                  <a:pt x="170280" y="174029"/>
                  <a:pt x="172898" y="170029"/>
                </a:cubicBezTo>
                <a:cubicBezTo>
                  <a:pt x="175968" y="165339"/>
                  <a:pt x="172848" y="158932"/>
                  <a:pt x="168616" y="155256"/>
                </a:cubicBezTo>
                <a:cubicBezTo>
                  <a:pt x="161801" y="149337"/>
                  <a:pt x="153095" y="148218"/>
                  <a:pt x="145363" y="144198"/>
                </a:cubicBezTo>
                <a:cubicBezTo>
                  <a:pt x="137517" y="140120"/>
                  <a:pt x="127427" y="140623"/>
                  <a:pt x="119027" y="137425"/>
                </a:cubicBezTo>
                <a:cubicBezTo>
                  <a:pt x="110657" y="134239"/>
                  <a:pt x="102815" y="128848"/>
                  <a:pt x="98403" y="121054"/>
                </a:cubicBezTo>
                <a:cubicBezTo>
                  <a:pt x="93402" y="112222"/>
                  <a:pt x="93172" y="101105"/>
                  <a:pt x="87272" y="92844"/>
                </a:cubicBezTo>
                <a:cubicBezTo>
                  <a:pt x="84022" y="88292"/>
                  <a:pt x="79321" y="85015"/>
                  <a:pt x="74661" y="81922"/>
                </a:cubicBezTo>
                <a:cubicBezTo>
                  <a:pt x="70000" y="78829"/>
                  <a:pt x="65204" y="75755"/>
                  <a:pt x="61619" y="71462"/>
                </a:cubicBezTo>
                <a:cubicBezTo>
                  <a:pt x="58560" y="67797"/>
                  <a:pt x="55633" y="61906"/>
                  <a:pt x="56945" y="56976"/>
                </a:cubicBezTo>
                <a:cubicBezTo>
                  <a:pt x="58076" y="52721"/>
                  <a:pt x="62140" y="49541"/>
                  <a:pt x="64860" y="46300"/>
                </a:cubicBezTo>
                <a:cubicBezTo>
                  <a:pt x="72674" y="36988"/>
                  <a:pt x="73440" y="22439"/>
                  <a:pt x="66645" y="12358"/>
                </a:cubicBezTo>
                <a:cubicBezTo>
                  <a:pt x="61416" y="4601"/>
                  <a:pt x="52056" y="0"/>
                  <a:pt x="42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6"/>
          <p:cNvSpPr/>
          <p:nvPr/>
        </p:nvSpPr>
        <p:spPr>
          <a:xfrm rot="8735834">
            <a:off x="4962210" y="3711163"/>
            <a:ext cx="4653755" cy="4490308"/>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26"/>
          <p:cNvGrpSpPr/>
          <p:nvPr/>
        </p:nvGrpSpPr>
        <p:grpSpPr>
          <a:xfrm rot="-2395999">
            <a:off x="8617599" y="2769937"/>
            <a:ext cx="475341" cy="322373"/>
            <a:chOff x="3550275" y="3378650"/>
            <a:chExt cx="203875" cy="138275"/>
          </a:xfrm>
        </p:grpSpPr>
        <p:sp>
          <p:nvSpPr>
            <p:cNvPr id="625" name="Google Shape;625;p26"/>
            <p:cNvSpPr/>
            <p:nvPr/>
          </p:nvSpPr>
          <p:spPr>
            <a:xfrm>
              <a:off x="3550275" y="3443650"/>
              <a:ext cx="87700" cy="73275"/>
            </a:xfrm>
            <a:custGeom>
              <a:rect b="b" l="l" r="r" t="t"/>
              <a:pathLst>
                <a:path extrusionOk="0" h="2931" w="3508">
                  <a:moveTo>
                    <a:pt x="1927" y="1"/>
                  </a:moveTo>
                  <a:cubicBezTo>
                    <a:pt x="1548" y="1"/>
                    <a:pt x="1178" y="140"/>
                    <a:pt x="873" y="375"/>
                  </a:cubicBezTo>
                  <a:cubicBezTo>
                    <a:pt x="356" y="774"/>
                    <a:pt x="1" y="1459"/>
                    <a:pt x="363" y="2088"/>
                  </a:cubicBezTo>
                  <a:cubicBezTo>
                    <a:pt x="581" y="2465"/>
                    <a:pt x="978" y="2687"/>
                    <a:pt x="1390" y="2712"/>
                  </a:cubicBezTo>
                  <a:cubicBezTo>
                    <a:pt x="1415" y="2729"/>
                    <a:pt x="1439" y="2750"/>
                    <a:pt x="1467" y="2765"/>
                  </a:cubicBezTo>
                  <a:cubicBezTo>
                    <a:pt x="1667" y="2877"/>
                    <a:pt x="1881" y="2930"/>
                    <a:pt x="2093" y="2930"/>
                  </a:cubicBezTo>
                  <a:cubicBezTo>
                    <a:pt x="2440" y="2930"/>
                    <a:pt x="2782" y="2788"/>
                    <a:pt x="3045" y="2530"/>
                  </a:cubicBezTo>
                  <a:cubicBezTo>
                    <a:pt x="3419" y="2163"/>
                    <a:pt x="3507" y="1578"/>
                    <a:pt x="3367" y="1090"/>
                  </a:cubicBezTo>
                  <a:cubicBezTo>
                    <a:pt x="3224" y="598"/>
                    <a:pt x="2832" y="193"/>
                    <a:pt x="2334" y="56"/>
                  </a:cubicBezTo>
                  <a:cubicBezTo>
                    <a:pt x="2199" y="18"/>
                    <a:pt x="2062" y="1"/>
                    <a:pt x="1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6"/>
            <p:cNvSpPr/>
            <p:nvPr/>
          </p:nvSpPr>
          <p:spPr>
            <a:xfrm>
              <a:off x="3706675" y="3378650"/>
              <a:ext cx="47475" cy="44100"/>
            </a:xfrm>
            <a:custGeom>
              <a:rect b="b" l="l" r="r" t="t"/>
              <a:pathLst>
                <a:path extrusionOk="0" h="1764" w="1899">
                  <a:moveTo>
                    <a:pt x="905" y="0"/>
                  </a:moveTo>
                  <a:cubicBezTo>
                    <a:pt x="790" y="0"/>
                    <a:pt x="674" y="23"/>
                    <a:pt x="562" y="69"/>
                  </a:cubicBezTo>
                  <a:cubicBezTo>
                    <a:pt x="250" y="201"/>
                    <a:pt x="0" y="528"/>
                    <a:pt x="17" y="880"/>
                  </a:cubicBezTo>
                  <a:cubicBezTo>
                    <a:pt x="30" y="1190"/>
                    <a:pt x="184" y="1487"/>
                    <a:pt x="456" y="1647"/>
                  </a:cubicBezTo>
                  <a:cubicBezTo>
                    <a:pt x="592" y="1726"/>
                    <a:pt x="743" y="1764"/>
                    <a:pt x="893" y="1764"/>
                  </a:cubicBezTo>
                  <a:cubicBezTo>
                    <a:pt x="1126" y="1764"/>
                    <a:pt x="1357" y="1674"/>
                    <a:pt x="1532" y="1509"/>
                  </a:cubicBezTo>
                  <a:cubicBezTo>
                    <a:pt x="1550" y="1490"/>
                    <a:pt x="1568" y="1474"/>
                    <a:pt x="1587" y="1455"/>
                  </a:cubicBezTo>
                  <a:cubicBezTo>
                    <a:pt x="1899" y="1158"/>
                    <a:pt x="1899" y="603"/>
                    <a:pt x="1587" y="306"/>
                  </a:cubicBezTo>
                  <a:cubicBezTo>
                    <a:pt x="1568" y="287"/>
                    <a:pt x="1550" y="271"/>
                    <a:pt x="1532" y="252"/>
                  </a:cubicBezTo>
                  <a:cubicBezTo>
                    <a:pt x="1357" y="88"/>
                    <a:pt x="1133" y="0"/>
                    <a:pt x="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7" name="Google Shape;627;p26"/>
          <p:cNvSpPr/>
          <p:nvPr/>
        </p:nvSpPr>
        <p:spPr>
          <a:xfrm rot="-8921951">
            <a:off x="-532233" y="863396"/>
            <a:ext cx="1022588" cy="1151706"/>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6"/>
          <p:cNvSpPr/>
          <p:nvPr/>
        </p:nvSpPr>
        <p:spPr>
          <a:xfrm rot="8100000">
            <a:off x="8405521" y="541882"/>
            <a:ext cx="1074583" cy="378995"/>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9" name="Google Shape;629;p26"/>
          <p:cNvGrpSpPr/>
          <p:nvPr/>
        </p:nvGrpSpPr>
        <p:grpSpPr>
          <a:xfrm rot="-6704940">
            <a:off x="-90642" y="4132614"/>
            <a:ext cx="918363" cy="427226"/>
            <a:chOff x="2204475" y="3227100"/>
            <a:chExt cx="461600" cy="214700"/>
          </a:xfrm>
        </p:grpSpPr>
        <p:sp>
          <p:nvSpPr>
            <p:cNvPr id="630" name="Google Shape;630;p26"/>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6"/>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6"/>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6"/>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634" name="Shape 634"/>
        <p:cNvGrpSpPr/>
        <p:nvPr/>
      </p:nvGrpSpPr>
      <p:grpSpPr>
        <a:xfrm>
          <a:off x="0" y="0"/>
          <a:ext cx="0" cy="0"/>
          <a:chOff x="0" y="0"/>
          <a:chExt cx="0" cy="0"/>
        </a:xfrm>
      </p:grpSpPr>
      <p:sp>
        <p:nvSpPr>
          <p:cNvPr id="635" name="Google Shape;635;p27"/>
          <p:cNvSpPr txBox="1"/>
          <p:nvPr>
            <p:ph type="ctrTitle"/>
          </p:nvPr>
        </p:nvSpPr>
        <p:spPr>
          <a:xfrm>
            <a:off x="604882" y="535000"/>
            <a:ext cx="3528900" cy="10863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36" name="Google Shape;636;p27"/>
          <p:cNvSpPr txBox="1"/>
          <p:nvPr>
            <p:ph idx="1" type="subTitle"/>
          </p:nvPr>
        </p:nvSpPr>
        <p:spPr>
          <a:xfrm>
            <a:off x="720075" y="1621300"/>
            <a:ext cx="3528900" cy="158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37" name="Google Shape;637;p27"/>
          <p:cNvSpPr txBox="1"/>
          <p:nvPr/>
        </p:nvSpPr>
        <p:spPr>
          <a:xfrm>
            <a:off x="715100" y="4090575"/>
            <a:ext cx="4929300" cy="5178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ro" sz="1200">
                <a:solidFill>
                  <a:schemeClr val="dk1"/>
                </a:solidFill>
                <a:latin typeface="Lato"/>
                <a:ea typeface="Lato"/>
                <a:cs typeface="Lato"/>
                <a:sym typeface="Lato"/>
              </a:rPr>
              <a:t>CREDITS:</a:t>
            </a:r>
            <a:r>
              <a:rPr lang="ro" sz="1200">
                <a:solidFill>
                  <a:schemeClr val="dk1"/>
                </a:solidFill>
                <a:latin typeface="Lato"/>
                <a:ea typeface="Lato"/>
                <a:cs typeface="Lato"/>
                <a:sym typeface="Lato"/>
              </a:rPr>
              <a:t> This presentation template was created by </a:t>
            </a:r>
            <a:r>
              <a:rPr b="1" lang="ro"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ro" sz="1200">
                <a:solidFill>
                  <a:schemeClr val="dk1"/>
                </a:solidFill>
                <a:latin typeface="Lato"/>
                <a:ea typeface="Lato"/>
                <a:cs typeface="Lato"/>
                <a:sym typeface="Lato"/>
              </a:rPr>
              <a:t>,</a:t>
            </a:r>
            <a:r>
              <a:rPr lang="ro" sz="1200">
                <a:solidFill>
                  <a:schemeClr val="dk1"/>
                </a:solidFill>
                <a:latin typeface="Lato"/>
                <a:ea typeface="Lato"/>
                <a:cs typeface="Lato"/>
                <a:sym typeface="Lato"/>
              </a:rPr>
              <a:t> and includes icons by </a:t>
            </a:r>
            <a:r>
              <a:rPr b="1" lang="ro"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b="1" lang="ro" sz="1200">
                <a:solidFill>
                  <a:schemeClr val="dk1"/>
                </a:solidFill>
                <a:latin typeface="Lato"/>
                <a:ea typeface="Lato"/>
                <a:cs typeface="Lato"/>
                <a:sym typeface="Lato"/>
              </a:rPr>
              <a:t>,</a:t>
            </a:r>
            <a:r>
              <a:rPr lang="ro" sz="1200">
                <a:solidFill>
                  <a:schemeClr val="dk1"/>
                </a:solidFill>
                <a:latin typeface="Lato"/>
                <a:ea typeface="Lato"/>
                <a:cs typeface="Lato"/>
                <a:sym typeface="Lato"/>
              </a:rPr>
              <a:t> and infographics &amp; images by </a:t>
            </a:r>
            <a:r>
              <a:rPr b="1" lang="ro" sz="1200">
                <a:solidFill>
                  <a:schemeClr val="dk1"/>
                </a:solidFill>
                <a:uFill>
                  <a:noFill/>
                </a:uFill>
                <a:latin typeface="Lato"/>
                <a:ea typeface="Lato"/>
                <a:cs typeface="Lato"/>
                <a:sym typeface="Lato"/>
                <a:hlinkClick r:id="rId4">
                  <a:extLst>
                    <a:ext uri="{A12FA001-AC4F-418D-AE19-62706E023703}">
                      <ahyp:hlinkClr val="tx"/>
                    </a:ext>
                  </a:extLst>
                </a:hlinkClick>
              </a:rPr>
              <a:t>Freepik</a:t>
            </a:r>
            <a:endParaRPr b="1" sz="1200">
              <a:solidFill>
                <a:schemeClr val="dk1"/>
              </a:solidFill>
              <a:latin typeface="Lato"/>
              <a:ea typeface="Lato"/>
              <a:cs typeface="Lato"/>
              <a:sym typeface="Lato"/>
            </a:endParaRPr>
          </a:p>
        </p:txBody>
      </p:sp>
      <p:sp>
        <p:nvSpPr>
          <p:cNvPr id="638" name="Google Shape;638;p27"/>
          <p:cNvSpPr/>
          <p:nvPr>
            <p:ph idx="2" type="pic"/>
          </p:nvPr>
        </p:nvSpPr>
        <p:spPr>
          <a:xfrm>
            <a:off x="5124875" y="633625"/>
            <a:ext cx="3168000" cy="3500100"/>
          </a:xfrm>
          <a:prstGeom prst="rect">
            <a:avLst/>
          </a:prstGeom>
          <a:noFill/>
          <a:ln>
            <a:noFill/>
          </a:ln>
        </p:spPr>
      </p:sp>
      <p:sp>
        <p:nvSpPr>
          <p:cNvPr id="639" name="Google Shape;639;p27"/>
          <p:cNvSpPr/>
          <p:nvPr/>
        </p:nvSpPr>
        <p:spPr>
          <a:xfrm rot="8627330">
            <a:off x="3945797" y="4203079"/>
            <a:ext cx="6490756" cy="3063082"/>
          </a:xfrm>
          <a:custGeom>
            <a:rect b="b" l="l" r="r" t="t"/>
            <a:pathLst>
              <a:path extrusionOk="0" h="56390" w="119492">
                <a:moveTo>
                  <a:pt x="65575" y="0"/>
                </a:moveTo>
                <a:cubicBezTo>
                  <a:pt x="64754" y="0"/>
                  <a:pt x="63905" y="40"/>
                  <a:pt x="63026" y="123"/>
                </a:cubicBezTo>
                <a:cubicBezTo>
                  <a:pt x="50145" y="1343"/>
                  <a:pt x="36796" y="5611"/>
                  <a:pt x="24930" y="10668"/>
                </a:cubicBezTo>
                <a:cubicBezTo>
                  <a:pt x="20455" y="12574"/>
                  <a:pt x="14031" y="15445"/>
                  <a:pt x="11210" y="19692"/>
                </a:cubicBezTo>
                <a:cubicBezTo>
                  <a:pt x="7668" y="25026"/>
                  <a:pt x="1" y="43560"/>
                  <a:pt x="3256" y="43560"/>
                </a:cubicBezTo>
                <a:cubicBezTo>
                  <a:pt x="3425" y="43560"/>
                  <a:pt x="3624" y="43510"/>
                  <a:pt x="3854" y="43405"/>
                </a:cubicBezTo>
                <a:cubicBezTo>
                  <a:pt x="11456" y="39955"/>
                  <a:pt x="17470" y="37110"/>
                  <a:pt x="24180" y="37110"/>
                </a:cubicBezTo>
                <a:cubicBezTo>
                  <a:pt x="28803" y="37110"/>
                  <a:pt x="33757" y="38461"/>
                  <a:pt x="39788" y="41894"/>
                </a:cubicBezTo>
                <a:cubicBezTo>
                  <a:pt x="46705" y="45834"/>
                  <a:pt x="54247" y="52254"/>
                  <a:pt x="63852" y="54737"/>
                </a:cubicBezTo>
                <a:cubicBezTo>
                  <a:pt x="67473" y="55672"/>
                  <a:pt x="71634" y="56390"/>
                  <a:pt x="75608" y="56390"/>
                </a:cubicBezTo>
                <a:cubicBezTo>
                  <a:pt x="77554" y="56390"/>
                  <a:pt x="79454" y="56218"/>
                  <a:pt x="81225" y="55815"/>
                </a:cubicBezTo>
                <a:cubicBezTo>
                  <a:pt x="88348" y="54197"/>
                  <a:pt x="92246" y="51757"/>
                  <a:pt x="95678" y="46941"/>
                </a:cubicBezTo>
                <a:cubicBezTo>
                  <a:pt x="99027" y="42242"/>
                  <a:pt x="102148" y="35925"/>
                  <a:pt x="108750" y="35566"/>
                </a:cubicBezTo>
                <a:cubicBezTo>
                  <a:pt x="108871" y="35560"/>
                  <a:pt x="108994" y="35557"/>
                  <a:pt x="109119" y="35557"/>
                </a:cubicBezTo>
                <a:cubicBezTo>
                  <a:pt x="110952" y="35557"/>
                  <a:pt x="113131" y="36221"/>
                  <a:pt x="115004" y="36221"/>
                </a:cubicBezTo>
                <a:cubicBezTo>
                  <a:pt x="115398" y="36221"/>
                  <a:pt x="115779" y="36192"/>
                  <a:pt x="116140" y="36121"/>
                </a:cubicBezTo>
                <a:cubicBezTo>
                  <a:pt x="119492" y="35462"/>
                  <a:pt x="118502" y="36185"/>
                  <a:pt x="118116" y="33552"/>
                </a:cubicBezTo>
                <a:cubicBezTo>
                  <a:pt x="118104" y="33463"/>
                  <a:pt x="116727" y="30331"/>
                  <a:pt x="116489" y="29840"/>
                </a:cubicBezTo>
                <a:cubicBezTo>
                  <a:pt x="115605" y="28017"/>
                  <a:pt x="114595" y="26293"/>
                  <a:pt x="113622" y="24520"/>
                </a:cubicBezTo>
                <a:cubicBezTo>
                  <a:pt x="108843" y="15804"/>
                  <a:pt x="102271" y="14324"/>
                  <a:pt x="93334" y="11082"/>
                </a:cubicBezTo>
                <a:cubicBezTo>
                  <a:pt x="82939" y="7312"/>
                  <a:pt x="76759" y="0"/>
                  <a:pt x="65575" y="0"/>
                </a:cubicBezTo>
                <a:close/>
              </a:path>
            </a:pathLst>
          </a:custGeom>
          <a:solidFill>
            <a:srgbClr val="D5B3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7"/>
          <p:cNvSpPr/>
          <p:nvPr/>
        </p:nvSpPr>
        <p:spPr>
          <a:xfrm rot="-1478729">
            <a:off x="-548391" y="2815865"/>
            <a:ext cx="1022644" cy="1151768"/>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7"/>
          <p:cNvSpPr/>
          <p:nvPr/>
        </p:nvSpPr>
        <p:spPr>
          <a:xfrm rot="-1478729">
            <a:off x="-561422" y="2940587"/>
            <a:ext cx="911295" cy="848995"/>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27"/>
          <p:cNvGrpSpPr/>
          <p:nvPr/>
        </p:nvGrpSpPr>
        <p:grpSpPr>
          <a:xfrm rot="-3153549">
            <a:off x="8417075" y="3296485"/>
            <a:ext cx="446100" cy="190510"/>
            <a:chOff x="1795300" y="1375750"/>
            <a:chExt cx="180850" cy="77225"/>
          </a:xfrm>
        </p:grpSpPr>
        <p:sp>
          <p:nvSpPr>
            <p:cNvPr id="643" name="Google Shape;643;p27"/>
            <p:cNvSpPr/>
            <p:nvPr/>
          </p:nvSpPr>
          <p:spPr>
            <a:xfrm>
              <a:off x="1904350" y="1375750"/>
              <a:ext cx="71800" cy="77225"/>
            </a:xfrm>
            <a:custGeom>
              <a:rect b="b" l="l" r="r" t="t"/>
              <a:pathLst>
                <a:path extrusionOk="0" h="3089" w="2872">
                  <a:moveTo>
                    <a:pt x="1607" y="0"/>
                  </a:moveTo>
                  <a:cubicBezTo>
                    <a:pt x="1473" y="0"/>
                    <a:pt x="1337" y="22"/>
                    <a:pt x="1206" y="65"/>
                  </a:cubicBezTo>
                  <a:cubicBezTo>
                    <a:pt x="394" y="332"/>
                    <a:pt x="0" y="1393"/>
                    <a:pt x="226" y="2172"/>
                  </a:cubicBezTo>
                  <a:cubicBezTo>
                    <a:pt x="349" y="2595"/>
                    <a:pt x="714" y="2957"/>
                    <a:pt x="1145" y="3059"/>
                  </a:cubicBezTo>
                  <a:cubicBezTo>
                    <a:pt x="1229" y="3079"/>
                    <a:pt x="1313" y="3088"/>
                    <a:pt x="1396" y="3088"/>
                  </a:cubicBezTo>
                  <a:cubicBezTo>
                    <a:pt x="1806" y="3088"/>
                    <a:pt x="2178" y="2855"/>
                    <a:pt x="2399" y="2500"/>
                  </a:cubicBezTo>
                  <a:cubicBezTo>
                    <a:pt x="2524" y="2297"/>
                    <a:pt x="2581" y="2062"/>
                    <a:pt x="2578" y="1831"/>
                  </a:cubicBezTo>
                  <a:cubicBezTo>
                    <a:pt x="2871" y="1468"/>
                    <a:pt x="2841" y="921"/>
                    <a:pt x="2601" y="535"/>
                  </a:cubicBezTo>
                  <a:cubicBezTo>
                    <a:pt x="2382" y="183"/>
                    <a:pt x="2000"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7"/>
            <p:cNvSpPr/>
            <p:nvPr/>
          </p:nvSpPr>
          <p:spPr>
            <a:xfrm>
              <a:off x="1795300" y="1377200"/>
              <a:ext cx="54700" cy="46725"/>
            </a:xfrm>
            <a:custGeom>
              <a:rect b="b" l="l" r="r" t="t"/>
              <a:pathLst>
                <a:path extrusionOk="0" h="1869" w="2188">
                  <a:moveTo>
                    <a:pt x="938" y="0"/>
                  </a:moveTo>
                  <a:cubicBezTo>
                    <a:pt x="447" y="0"/>
                    <a:pt x="0" y="486"/>
                    <a:pt x="42" y="973"/>
                  </a:cubicBezTo>
                  <a:cubicBezTo>
                    <a:pt x="87" y="1497"/>
                    <a:pt x="491" y="1868"/>
                    <a:pt x="1016" y="1868"/>
                  </a:cubicBezTo>
                  <a:lnTo>
                    <a:pt x="1250" y="1868"/>
                  </a:lnTo>
                  <a:cubicBezTo>
                    <a:pt x="1740" y="1868"/>
                    <a:pt x="2187" y="1383"/>
                    <a:pt x="2145" y="894"/>
                  </a:cubicBezTo>
                  <a:cubicBezTo>
                    <a:pt x="2100" y="372"/>
                    <a:pt x="1695" y="0"/>
                    <a:pt x="11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 name="Google Shape;645;p27"/>
          <p:cNvGrpSpPr/>
          <p:nvPr/>
        </p:nvGrpSpPr>
        <p:grpSpPr>
          <a:xfrm rot="1985580">
            <a:off x="8342410" y="1195302"/>
            <a:ext cx="475335" cy="322377"/>
            <a:chOff x="3550275" y="3378650"/>
            <a:chExt cx="203875" cy="138275"/>
          </a:xfrm>
        </p:grpSpPr>
        <p:sp>
          <p:nvSpPr>
            <p:cNvPr id="646" name="Google Shape;646;p27"/>
            <p:cNvSpPr/>
            <p:nvPr/>
          </p:nvSpPr>
          <p:spPr>
            <a:xfrm>
              <a:off x="3550275" y="3443650"/>
              <a:ext cx="87700" cy="73275"/>
            </a:xfrm>
            <a:custGeom>
              <a:rect b="b" l="l" r="r" t="t"/>
              <a:pathLst>
                <a:path extrusionOk="0" h="2931" w="3508">
                  <a:moveTo>
                    <a:pt x="1927" y="1"/>
                  </a:moveTo>
                  <a:cubicBezTo>
                    <a:pt x="1548" y="1"/>
                    <a:pt x="1178" y="140"/>
                    <a:pt x="873" y="375"/>
                  </a:cubicBezTo>
                  <a:cubicBezTo>
                    <a:pt x="356" y="774"/>
                    <a:pt x="1" y="1459"/>
                    <a:pt x="363" y="2088"/>
                  </a:cubicBezTo>
                  <a:cubicBezTo>
                    <a:pt x="581" y="2465"/>
                    <a:pt x="978" y="2687"/>
                    <a:pt x="1390" y="2712"/>
                  </a:cubicBezTo>
                  <a:cubicBezTo>
                    <a:pt x="1415" y="2729"/>
                    <a:pt x="1439" y="2750"/>
                    <a:pt x="1467" y="2765"/>
                  </a:cubicBezTo>
                  <a:cubicBezTo>
                    <a:pt x="1667" y="2877"/>
                    <a:pt x="1881" y="2930"/>
                    <a:pt x="2093" y="2930"/>
                  </a:cubicBezTo>
                  <a:cubicBezTo>
                    <a:pt x="2440" y="2930"/>
                    <a:pt x="2782" y="2788"/>
                    <a:pt x="3045" y="2530"/>
                  </a:cubicBezTo>
                  <a:cubicBezTo>
                    <a:pt x="3419" y="2163"/>
                    <a:pt x="3507" y="1578"/>
                    <a:pt x="3367" y="1090"/>
                  </a:cubicBezTo>
                  <a:cubicBezTo>
                    <a:pt x="3224" y="598"/>
                    <a:pt x="2832" y="193"/>
                    <a:pt x="2334" y="56"/>
                  </a:cubicBezTo>
                  <a:cubicBezTo>
                    <a:pt x="2199" y="18"/>
                    <a:pt x="2062" y="1"/>
                    <a:pt x="1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7"/>
            <p:cNvSpPr/>
            <p:nvPr/>
          </p:nvSpPr>
          <p:spPr>
            <a:xfrm>
              <a:off x="3706675" y="3378650"/>
              <a:ext cx="47475" cy="44100"/>
            </a:xfrm>
            <a:custGeom>
              <a:rect b="b" l="l" r="r" t="t"/>
              <a:pathLst>
                <a:path extrusionOk="0" h="1764" w="1899">
                  <a:moveTo>
                    <a:pt x="905" y="0"/>
                  </a:moveTo>
                  <a:cubicBezTo>
                    <a:pt x="790" y="0"/>
                    <a:pt x="674" y="23"/>
                    <a:pt x="562" y="69"/>
                  </a:cubicBezTo>
                  <a:cubicBezTo>
                    <a:pt x="250" y="201"/>
                    <a:pt x="0" y="528"/>
                    <a:pt x="17" y="880"/>
                  </a:cubicBezTo>
                  <a:cubicBezTo>
                    <a:pt x="30" y="1190"/>
                    <a:pt x="184" y="1487"/>
                    <a:pt x="456" y="1647"/>
                  </a:cubicBezTo>
                  <a:cubicBezTo>
                    <a:pt x="592" y="1726"/>
                    <a:pt x="743" y="1764"/>
                    <a:pt x="893" y="1764"/>
                  </a:cubicBezTo>
                  <a:cubicBezTo>
                    <a:pt x="1126" y="1764"/>
                    <a:pt x="1357" y="1674"/>
                    <a:pt x="1532" y="1509"/>
                  </a:cubicBezTo>
                  <a:cubicBezTo>
                    <a:pt x="1550" y="1490"/>
                    <a:pt x="1568" y="1474"/>
                    <a:pt x="1587" y="1455"/>
                  </a:cubicBezTo>
                  <a:cubicBezTo>
                    <a:pt x="1899" y="1158"/>
                    <a:pt x="1899" y="603"/>
                    <a:pt x="1587" y="306"/>
                  </a:cubicBezTo>
                  <a:cubicBezTo>
                    <a:pt x="1568" y="287"/>
                    <a:pt x="1550" y="271"/>
                    <a:pt x="1532" y="252"/>
                  </a:cubicBezTo>
                  <a:cubicBezTo>
                    <a:pt x="1357" y="88"/>
                    <a:pt x="1133" y="0"/>
                    <a:pt x="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8" name="Google Shape;648;p27"/>
          <p:cNvSpPr/>
          <p:nvPr/>
        </p:nvSpPr>
        <p:spPr>
          <a:xfrm flipH="1" rot="-7104489">
            <a:off x="-599572" y="590708"/>
            <a:ext cx="1472243" cy="519224"/>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49" name="Shape 649"/>
        <p:cNvGrpSpPr/>
        <p:nvPr/>
      </p:nvGrpSpPr>
      <p:grpSpPr>
        <a:xfrm>
          <a:off x="0" y="0"/>
          <a:ext cx="0" cy="0"/>
          <a:chOff x="0" y="0"/>
          <a:chExt cx="0" cy="0"/>
        </a:xfrm>
      </p:grpSpPr>
      <p:sp>
        <p:nvSpPr>
          <p:cNvPr id="650" name="Google Shape;650;p28"/>
          <p:cNvSpPr/>
          <p:nvPr/>
        </p:nvSpPr>
        <p:spPr>
          <a:xfrm rot="-1593903">
            <a:off x="4423272" y="2807503"/>
            <a:ext cx="6286981" cy="2779299"/>
          </a:xfrm>
          <a:custGeom>
            <a:rect b="b" l="l" r="r" t="t"/>
            <a:pathLst>
              <a:path extrusionOk="0" h="126405" w="246796">
                <a:moveTo>
                  <a:pt x="210293" y="0"/>
                </a:moveTo>
                <a:cubicBezTo>
                  <a:pt x="209022" y="0"/>
                  <a:pt x="207750" y="82"/>
                  <a:pt x="206484" y="250"/>
                </a:cubicBezTo>
                <a:cubicBezTo>
                  <a:pt x="192987" y="2045"/>
                  <a:pt x="181362" y="13493"/>
                  <a:pt x="179362" y="26962"/>
                </a:cubicBezTo>
                <a:cubicBezTo>
                  <a:pt x="178665" y="31648"/>
                  <a:pt x="179020" y="37416"/>
                  <a:pt x="176294" y="41526"/>
                </a:cubicBezTo>
                <a:cubicBezTo>
                  <a:pt x="173135" y="46289"/>
                  <a:pt x="166024" y="48211"/>
                  <a:pt x="160681" y="48369"/>
                </a:cubicBezTo>
                <a:cubicBezTo>
                  <a:pt x="160371" y="48378"/>
                  <a:pt x="160061" y="48383"/>
                  <a:pt x="159752" y="48383"/>
                </a:cubicBezTo>
                <a:cubicBezTo>
                  <a:pt x="153810" y="48383"/>
                  <a:pt x="147980" y="46738"/>
                  <a:pt x="142225" y="45208"/>
                </a:cubicBezTo>
                <a:cubicBezTo>
                  <a:pt x="137167" y="43865"/>
                  <a:pt x="131983" y="42593"/>
                  <a:pt x="126782" y="42593"/>
                </a:cubicBezTo>
                <a:cubicBezTo>
                  <a:pt x="125756" y="42593"/>
                  <a:pt x="124729" y="42642"/>
                  <a:pt x="123702" y="42751"/>
                </a:cubicBezTo>
                <a:cubicBezTo>
                  <a:pt x="114731" y="43697"/>
                  <a:pt x="107064" y="48878"/>
                  <a:pt x="98858" y="52149"/>
                </a:cubicBezTo>
                <a:cubicBezTo>
                  <a:pt x="94127" y="54035"/>
                  <a:pt x="89322" y="54988"/>
                  <a:pt x="84499" y="54988"/>
                </a:cubicBezTo>
                <a:cubicBezTo>
                  <a:pt x="80145" y="54988"/>
                  <a:pt x="75776" y="54211"/>
                  <a:pt x="71436" y="52639"/>
                </a:cubicBezTo>
                <a:cubicBezTo>
                  <a:pt x="64889" y="50269"/>
                  <a:pt x="58803" y="46781"/>
                  <a:pt x="52335" y="44204"/>
                </a:cubicBezTo>
                <a:cubicBezTo>
                  <a:pt x="43683" y="40758"/>
                  <a:pt x="34369" y="39017"/>
                  <a:pt x="25057" y="39017"/>
                </a:cubicBezTo>
                <a:cubicBezTo>
                  <a:pt x="18460" y="39017"/>
                  <a:pt x="11864" y="39891"/>
                  <a:pt x="5505" y="41651"/>
                </a:cubicBezTo>
                <a:cubicBezTo>
                  <a:pt x="3759" y="42135"/>
                  <a:pt x="1861" y="42817"/>
                  <a:pt x="1006" y="44416"/>
                </a:cubicBezTo>
                <a:cubicBezTo>
                  <a:pt x="1" y="46299"/>
                  <a:pt x="868" y="48598"/>
                  <a:pt x="1770" y="50533"/>
                </a:cubicBezTo>
                <a:cubicBezTo>
                  <a:pt x="11686" y="71796"/>
                  <a:pt x="25389" y="91287"/>
                  <a:pt x="42044" y="107811"/>
                </a:cubicBezTo>
                <a:cubicBezTo>
                  <a:pt x="47167" y="112892"/>
                  <a:pt x="52611" y="117731"/>
                  <a:pt x="58847" y="121363"/>
                </a:cubicBezTo>
                <a:cubicBezTo>
                  <a:pt x="61581" y="122957"/>
                  <a:pt x="67197" y="126405"/>
                  <a:pt x="71381" y="126405"/>
                </a:cubicBezTo>
                <a:cubicBezTo>
                  <a:pt x="73300" y="126405"/>
                  <a:pt x="74918" y="125680"/>
                  <a:pt x="75818" y="123718"/>
                </a:cubicBezTo>
                <a:cubicBezTo>
                  <a:pt x="77163" y="120794"/>
                  <a:pt x="76502" y="116599"/>
                  <a:pt x="76641" y="113499"/>
                </a:cubicBezTo>
                <a:cubicBezTo>
                  <a:pt x="76839" y="109072"/>
                  <a:pt x="77298" y="104648"/>
                  <a:pt x="78307" y="100328"/>
                </a:cubicBezTo>
                <a:cubicBezTo>
                  <a:pt x="80309" y="91769"/>
                  <a:pt x="84714" y="83443"/>
                  <a:pt x="91972" y="78485"/>
                </a:cubicBezTo>
                <a:cubicBezTo>
                  <a:pt x="95855" y="75834"/>
                  <a:pt x="100632" y="74358"/>
                  <a:pt x="105317" y="74358"/>
                </a:cubicBezTo>
                <a:cubicBezTo>
                  <a:pt x="109391" y="74358"/>
                  <a:pt x="113397" y="75475"/>
                  <a:pt x="116684" y="77907"/>
                </a:cubicBezTo>
                <a:cubicBezTo>
                  <a:pt x="122467" y="82185"/>
                  <a:pt x="125070" y="89410"/>
                  <a:pt x="128973" y="95452"/>
                </a:cubicBezTo>
                <a:cubicBezTo>
                  <a:pt x="137061" y="107971"/>
                  <a:pt x="151980" y="115410"/>
                  <a:pt x="166818" y="115410"/>
                </a:cubicBezTo>
                <a:cubicBezTo>
                  <a:pt x="171051" y="115410"/>
                  <a:pt x="175278" y="114805"/>
                  <a:pt x="179337" y="113539"/>
                </a:cubicBezTo>
                <a:cubicBezTo>
                  <a:pt x="190757" y="109980"/>
                  <a:pt x="200275" y="101429"/>
                  <a:pt x="205803" y="90908"/>
                </a:cubicBezTo>
                <a:cubicBezTo>
                  <a:pt x="208711" y="85373"/>
                  <a:pt x="209617" y="79910"/>
                  <a:pt x="210894" y="73913"/>
                </a:cubicBezTo>
                <a:cubicBezTo>
                  <a:pt x="212261" y="67504"/>
                  <a:pt x="217342" y="61008"/>
                  <a:pt x="220568" y="55215"/>
                </a:cubicBezTo>
                <a:cubicBezTo>
                  <a:pt x="223352" y="50217"/>
                  <a:pt x="226148" y="45200"/>
                  <a:pt x="229621" y="40654"/>
                </a:cubicBezTo>
                <a:cubicBezTo>
                  <a:pt x="233886" y="35071"/>
                  <a:pt x="246796" y="25572"/>
                  <a:pt x="239679" y="17207"/>
                </a:cubicBezTo>
                <a:lnTo>
                  <a:pt x="239679" y="17207"/>
                </a:lnTo>
                <a:lnTo>
                  <a:pt x="239641" y="18952"/>
                </a:lnTo>
                <a:cubicBezTo>
                  <a:pt x="234704" y="7644"/>
                  <a:pt x="222570" y="0"/>
                  <a:pt x="210293"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1" name="Google Shape;651;p28"/>
          <p:cNvGrpSpPr/>
          <p:nvPr/>
        </p:nvGrpSpPr>
        <p:grpSpPr>
          <a:xfrm rot="-4368150">
            <a:off x="2801151" y="-354862"/>
            <a:ext cx="1663567" cy="1383328"/>
            <a:chOff x="5861250" y="3367000"/>
            <a:chExt cx="886875" cy="737475"/>
          </a:xfrm>
        </p:grpSpPr>
        <p:sp>
          <p:nvSpPr>
            <p:cNvPr id="652" name="Google Shape;652;p28"/>
            <p:cNvSpPr/>
            <p:nvPr/>
          </p:nvSpPr>
          <p:spPr>
            <a:xfrm>
              <a:off x="6076775" y="3480250"/>
              <a:ext cx="671350" cy="340975"/>
            </a:xfrm>
            <a:custGeom>
              <a:rect b="b" l="l" r="r" t="t"/>
              <a:pathLst>
                <a:path extrusionOk="0" h="13639" w="26854">
                  <a:moveTo>
                    <a:pt x="458" y="0"/>
                  </a:moveTo>
                  <a:cubicBezTo>
                    <a:pt x="379" y="0"/>
                    <a:pt x="298" y="23"/>
                    <a:pt x="221" y="79"/>
                  </a:cubicBezTo>
                  <a:cubicBezTo>
                    <a:pt x="1" y="237"/>
                    <a:pt x="56" y="472"/>
                    <a:pt x="176" y="659"/>
                  </a:cubicBezTo>
                  <a:cubicBezTo>
                    <a:pt x="531" y="1220"/>
                    <a:pt x="838" y="1825"/>
                    <a:pt x="1494" y="2155"/>
                  </a:cubicBezTo>
                  <a:cubicBezTo>
                    <a:pt x="1869" y="2606"/>
                    <a:pt x="2298" y="3018"/>
                    <a:pt x="2604" y="3518"/>
                  </a:cubicBezTo>
                  <a:cubicBezTo>
                    <a:pt x="2713" y="3528"/>
                    <a:pt x="2758" y="3618"/>
                    <a:pt x="2828" y="3673"/>
                  </a:cubicBezTo>
                  <a:cubicBezTo>
                    <a:pt x="2804" y="3680"/>
                    <a:pt x="2783" y="3683"/>
                    <a:pt x="2764" y="3683"/>
                  </a:cubicBezTo>
                  <a:cubicBezTo>
                    <a:pt x="2674" y="3683"/>
                    <a:pt x="2636" y="3614"/>
                    <a:pt x="2611" y="3532"/>
                  </a:cubicBezTo>
                  <a:lnTo>
                    <a:pt x="2611" y="3532"/>
                  </a:lnTo>
                  <a:cubicBezTo>
                    <a:pt x="2611" y="3547"/>
                    <a:pt x="2611" y="3562"/>
                    <a:pt x="2613" y="3578"/>
                  </a:cubicBezTo>
                  <a:cubicBezTo>
                    <a:pt x="2645" y="3670"/>
                    <a:pt x="2726" y="3732"/>
                    <a:pt x="2776" y="3812"/>
                  </a:cubicBezTo>
                  <a:cubicBezTo>
                    <a:pt x="3001" y="4060"/>
                    <a:pt x="3242" y="4294"/>
                    <a:pt x="3489" y="4522"/>
                  </a:cubicBezTo>
                  <a:cubicBezTo>
                    <a:pt x="3577" y="4581"/>
                    <a:pt x="3664" y="4644"/>
                    <a:pt x="3745" y="4713"/>
                  </a:cubicBezTo>
                  <a:cubicBezTo>
                    <a:pt x="3664" y="4609"/>
                    <a:pt x="3589" y="4504"/>
                    <a:pt x="3542" y="4381"/>
                  </a:cubicBezTo>
                  <a:lnTo>
                    <a:pt x="3542" y="4381"/>
                  </a:lnTo>
                  <a:cubicBezTo>
                    <a:pt x="3997" y="4744"/>
                    <a:pt x="4449" y="5108"/>
                    <a:pt x="4975" y="5525"/>
                  </a:cubicBezTo>
                  <a:cubicBezTo>
                    <a:pt x="4593" y="5515"/>
                    <a:pt x="4361" y="5387"/>
                    <a:pt x="4121" y="5280"/>
                  </a:cubicBezTo>
                  <a:cubicBezTo>
                    <a:pt x="4101" y="5216"/>
                    <a:pt x="4071" y="5156"/>
                    <a:pt x="4037" y="5100"/>
                  </a:cubicBezTo>
                  <a:cubicBezTo>
                    <a:pt x="3023" y="4681"/>
                    <a:pt x="2067" y="4145"/>
                    <a:pt x="1053" y="3730"/>
                  </a:cubicBezTo>
                  <a:cubicBezTo>
                    <a:pt x="900" y="3666"/>
                    <a:pt x="714" y="3543"/>
                    <a:pt x="554" y="3543"/>
                  </a:cubicBezTo>
                  <a:cubicBezTo>
                    <a:pt x="476" y="3543"/>
                    <a:pt x="405" y="3572"/>
                    <a:pt x="346" y="3650"/>
                  </a:cubicBezTo>
                  <a:cubicBezTo>
                    <a:pt x="339" y="3657"/>
                    <a:pt x="334" y="3665"/>
                    <a:pt x="327" y="3673"/>
                  </a:cubicBezTo>
                  <a:cubicBezTo>
                    <a:pt x="146" y="3957"/>
                    <a:pt x="469" y="4165"/>
                    <a:pt x="699" y="4321"/>
                  </a:cubicBezTo>
                  <a:cubicBezTo>
                    <a:pt x="1670" y="4974"/>
                    <a:pt x="2726" y="5477"/>
                    <a:pt x="3839" y="5869"/>
                  </a:cubicBezTo>
                  <a:cubicBezTo>
                    <a:pt x="3937" y="5903"/>
                    <a:pt x="4033" y="5917"/>
                    <a:pt x="4129" y="5917"/>
                  </a:cubicBezTo>
                  <a:cubicBezTo>
                    <a:pt x="4209" y="5917"/>
                    <a:pt x="4289" y="5907"/>
                    <a:pt x="4371" y="5890"/>
                  </a:cubicBezTo>
                  <a:cubicBezTo>
                    <a:pt x="4424" y="5899"/>
                    <a:pt x="4476" y="5909"/>
                    <a:pt x="4528" y="5917"/>
                  </a:cubicBezTo>
                  <a:cubicBezTo>
                    <a:pt x="4631" y="5997"/>
                    <a:pt x="4776" y="5962"/>
                    <a:pt x="4880" y="6040"/>
                  </a:cubicBezTo>
                  <a:cubicBezTo>
                    <a:pt x="5043" y="6082"/>
                    <a:pt x="5200" y="6144"/>
                    <a:pt x="5364" y="6164"/>
                  </a:cubicBezTo>
                  <a:cubicBezTo>
                    <a:pt x="5819" y="6214"/>
                    <a:pt x="6183" y="6429"/>
                    <a:pt x="6543" y="6684"/>
                  </a:cubicBezTo>
                  <a:cubicBezTo>
                    <a:pt x="7142" y="7108"/>
                    <a:pt x="7782" y="7472"/>
                    <a:pt x="8445" y="7800"/>
                  </a:cubicBezTo>
                  <a:cubicBezTo>
                    <a:pt x="9469" y="8312"/>
                    <a:pt x="10533" y="8746"/>
                    <a:pt x="11579" y="9215"/>
                  </a:cubicBezTo>
                  <a:cubicBezTo>
                    <a:pt x="11732" y="9285"/>
                    <a:pt x="11916" y="9323"/>
                    <a:pt x="12071" y="9507"/>
                  </a:cubicBezTo>
                  <a:cubicBezTo>
                    <a:pt x="11471" y="9600"/>
                    <a:pt x="10917" y="9630"/>
                    <a:pt x="10365" y="9672"/>
                  </a:cubicBezTo>
                  <a:lnTo>
                    <a:pt x="10281" y="9677"/>
                  </a:lnTo>
                  <a:cubicBezTo>
                    <a:pt x="10068" y="9668"/>
                    <a:pt x="9889" y="9512"/>
                    <a:pt x="9667" y="9512"/>
                  </a:cubicBezTo>
                  <a:cubicBezTo>
                    <a:pt x="9654" y="9512"/>
                    <a:pt x="9640" y="9512"/>
                    <a:pt x="9626" y="9513"/>
                  </a:cubicBezTo>
                  <a:cubicBezTo>
                    <a:pt x="9224" y="9545"/>
                    <a:pt x="8821" y="9556"/>
                    <a:pt x="8419" y="9556"/>
                  </a:cubicBezTo>
                  <a:cubicBezTo>
                    <a:pt x="7699" y="9556"/>
                    <a:pt x="6978" y="9523"/>
                    <a:pt x="6258" y="9523"/>
                  </a:cubicBezTo>
                  <a:cubicBezTo>
                    <a:pt x="6205" y="9523"/>
                    <a:pt x="6153" y="9523"/>
                    <a:pt x="6101" y="9523"/>
                  </a:cubicBezTo>
                  <a:cubicBezTo>
                    <a:pt x="6041" y="9523"/>
                    <a:pt x="5972" y="9519"/>
                    <a:pt x="5904" y="9519"/>
                  </a:cubicBezTo>
                  <a:cubicBezTo>
                    <a:pt x="5738" y="9519"/>
                    <a:pt x="5574" y="9543"/>
                    <a:pt x="5542" y="9707"/>
                  </a:cubicBezTo>
                  <a:cubicBezTo>
                    <a:pt x="5540" y="9715"/>
                    <a:pt x="5539" y="9722"/>
                    <a:pt x="5539" y="9734"/>
                  </a:cubicBezTo>
                  <a:cubicBezTo>
                    <a:pt x="5507" y="10044"/>
                    <a:pt x="5841" y="10072"/>
                    <a:pt x="6093" y="10124"/>
                  </a:cubicBezTo>
                  <a:cubicBezTo>
                    <a:pt x="6151" y="10137"/>
                    <a:pt x="6213" y="10142"/>
                    <a:pt x="6271" y="10146"/>
                  </a:cubicBezTo>
                  <a:cubicBezTo>
                    <a:pt x="7085" y="10206"/>
                    <a:pt x="7894" y="10271"/>
                    <a:pt x="8708" y="10294"/>
                  </a:cubicBezTo>
                  <a:cubicBezTo>
                    <a:pt x="8802" y="10297"/>
                    <a:pt x="8896" y="10300"/>
                    <a:pt x="8990" y="10300"/>
                  </a:cubicBezTo>
                  <a:cubicBezTo>
                    <a:pt x="9241" y="10300"/>
                    <a:pt x="9487" y="10274"/>
                    <a:pt x="9712" y="10136"/>
                  </a:cubicBezTo>
                  <a:cubicBezTo>
                    <a:pt x="9906" y="10116"/>
                    <a:pt x="10099" y="10096"/>
                    <a:pt x="10295" y="10081"/>
                  </a:cubicBezTo>
                  <a:cubicBezTo>
                    <a:pt x="11017" y="10029"/>
                    <a:pt x="11746" y="10011"/>
                    <a:pt x="12450" y="9845"/>
                  </a:cubicBezTo>
                  <a:cubicBezTo>
                    <a:pt x="12551" y="9822"/>
                    <a:pt x="12645" y="9810"/>
                    <a:pt x="12738" y="9810"/>
                  </a:cubicBezTo>
                  <a:cubicBezTo>
                    <a:pt x="12889" y="9810"/>
                    <a:pt x="13035" y="9842"/>
                    <a:pt x="13190" y="9909"/>
                  </a:cubicBezTo>
                  <a:cubicBezTo>
                    <a:pt x="15010" y="10689"/>
                    <a:pt x="16887" y="11315"/>
                    <a:pt x="18800" y="11852"/>
                  </a:cubicBezTo>
                  <a:cubicBezTo>
                    <a:pt x="18874" y="11872"/>
                    <a:pt x="18994" y="11849"/>
                    <a:pt x="18990" y="12007"/>
                  </a:cubicBezTo>
                  <a:cubicBezTo>
                    <a:pt x="18393" y="12174"/>
                    <a:pt x="17786" y="12324"/>
                    <a:pt x="17154" y="12383"/>
                  </a:cubicBezTo>
                  <a:cubicBezTo>
                    <a:pt x="16899" y="12358"/>
                    <a:pt x="16646" y="12348"/>
                    <a:pt x="16394" y="12348"/>
                  </a:cubicBezTo>
                  <a:cubicBezTo>
                    <a:pt x="15399" y="12348"/>
                    <a:pt x="14419" y="12509"/>
                    <a:pt x="13434" y="12615"/>
                  </a:cubicBezTo>
                  <a:cubicBezTo>
                    <a:pt x="13194" y="12640"/>
                    <a:pt x="12935" y="12760"/>
                    <a:pt x="12962" y="13038"/>
                  </a:cubicBezTo>
                  <a:cubicBezTo>
                    <a:pt x="12990" y="13352"/>
                    <a:pt x="13292" y="13367"/>
                    <a:pt x="13547" y="13400"/>
                  </a:cubicBezTo>
                  <a:cubicBezTo>
                    <a:pt x="13563" y="13402"/>
                    <a:pt x="13580" y="13403"/>
                    <a:pt x="13596" y="13403"/>
                  </a:cubicBezTo>
                  <a:cubicBezTo>
                    <a:pt x="13636" y="13403"/>
                    <a:pt x="13677" y="13398"/>
                    <a:pt x="13717" y="13398"/>
                  </a:cubicBezTo>
                  <a:cubicBezTo>
                    <a:pt x="13721" y="13398"/>
                    <a:pt x="13725" y="13398"/>
                    <a:pt x="13729" y="13399"/>
                  </a:cubicBezTo>
                  <a:cubicBezTo>
                    <a:pt x="14665" y="13392"/>
                    <a:pt x="15594" y="13310"/>
                    <a:pt x="16522" y="13210"/>
                  </a:cubicBezTo>
                  <a:cubicBezTo>
                    <a:pt x="16770" y="13183"/>
                    <a:pt x="16980" y="13092"/>
                    <a:pt x="17155" y="12930"/>
                  </a:cubicBezTo>
                  <a:cubicBezTo>
                    <a:pt x="18061" y="12780"/>
                    <a:pt x="18960" y="12599"/>
                    <a:pt x="19821" y="12296"/>
                  </a:cubicBezTo>
                  <a:cubicBezTo>
                    <a:pt x="19908" y="12265"/>
                    <a:pt x="19990" y="12248"/>
                    <a:pt x="20074" y="12248"/>
                  </a:cubicBezTo>
                  <a:cubicBezTo>
                    <a:pt x="20135" y="12248"/>
                    <a:pt x="20196" y="12257"/>
                    <a:pt x="20260" y="12274"/>
                  </a:cubicBezTo>
                  <a:cubicBezTo>
                    <a:pt x="21946" y="12716"/>
                    <a:pt x="23656" y="13058"/>
                    <a:pt x="25358" y="13429"/>
                  </a:cubicBezTo>
                  <a:cubicBezTo>
                    <a:pt x="25700" y="13502"/>
                    <a:pt x="26037" y="13595"/>
                    <a:pt x="26384" y="13622"/>
                  </a:cubicBezTo>
                  <a:cubicBezTo>
                    <a:pt x="26448" y="13627"/>
                    <a:pt x="26520" y="13639"/>
                    <a:pt x="26587" y="13639"/>
                  </a:cubicBezTo>
                  <a:cubicBezTo>
                    <a:pt x="26690" y="13639"/>
                    <a:pt x="26779" y="13612"/>
                    <a:pt x="26807" y="13494"/>
                  </a:cubicBezTo>
                  <a:cubicBezTo>
                    <a:pt x="26854" y="13298"/>
                    <a:pt x="26644" y="13252"/>
                    <a:pt x="26489" y="13195"/>
                  </a:cubicBezTo>
                  <a:cubicBezTo>
                    <a:pt x="26445" y="13178"/>
                    <a:pt x="26402" y="13172"/>
                    <a:pt x="26357" y="13160"/>
                  </a:cubicBezTo>
                  <a:cubicBezTo>
                    <a:pt x="25655" y="12973"/>
                    <a:pt x="24949" y="12795"/>
                    <a:pt x="24238" y="12640"/>
                  </a:cubicBezTo>
                  <a:cubicBezTo>
                    <a:pt x="23232" y="12421"/>
                    <a:pt x="22230" y="12181"/>
                    <a:pt x="21224" y="11964"/>
                  </a:cubicBezTo>
                  <a:cubicBezTo>
                    <a:pt x="20920" y="11897"/>
                    <a:pt x="20717" y="11754"/>
                    <a:pt x="20548" y="11502"/>
                  </a:cubicBezTo>
                  <a:cubicBezTo>
                    <a:pt x="20210" y="10991"/>
                    <a:pt x="19841" y="10496"/>
                    <a:pt x="19476" y="10001"/>
                  </a:cubicBezTo>
                  <a:cubicBezTo>
                    <a:pt x="19217" y="9645"/>
                    <a:pt x="18940" y="9303"/>
                    <a:pt x="18672" y="8955"/>
                  </a:cubicBezTo>
                  <a:cubicBezTo>
                    <a:pt x="18615" y="8774"/>
                    <a:pt x="18547" y="8603"/>
                    <a:pt x="18410" y="8458"/>
                  </a:cubicBezTo>
                  <a:cubicBezTo>
                    <a:pt x="18020" y="8034"/>
                    <a:pt x="17639" y="7602"/>
                    <a:pt x="17219" y="7203"/>
                  </a:cubicBezTo>
                  <a:cubicBezTo>
                    <a:pt x="16852" y="6858"/>
                    <a:pt x="16510" y="6486"/>
                    <a:pt x="16095" y="6189"/>
                  </a:cubicBezTo>
                  <a:cubicBezTo>
                    <a:pt x="16020" y="6135"/>
                    <a:pt x="15931" y="6076"/>
                    <a:pt x="15840" y="6076"/>
                  </a:cubicBezTo>
                  <a:cubicBezTo>
                    <a:pt x="15790" y="6076"/>
                    <a:pt x="15738" y="6095"/>
                    <a:pt x="15689" y="6144"/>
                  </a:cubicBezTo>
                  <a:cubicBezTo>
                    <a:pt x="15581" y="6254"/>
                    <a:pt x="15654" y="6386"/>
                    <a:pt x="15719" y="6501"/>
                  </a:cubicBezTo>
                  <a:cubicBezTo>
                    <a:pt x="15756" y="6566"/>
                    <a:pt x="15809" y="6618"/>
                    <a:pt x="15853" y="6676"/>
                  </a:cubicBezTo>
                  <a:cubicBezTo>
                    <a:pt x="16483" y="7543"/>
                    <a:pt x="17226" y="8329"/>
                    <a:pt x="17901" y="9165"/>
                  </a:cubicBezTo>
                  <a:cubicBezTo>
                    <a:pt x="18050" y="9352"/>
                    <a:pt x="18216" y="9515"/>
                    <a:pt x="18458" y="9595"/>
                  </a:cubicBezTo>
                  <a:cubicBezTo>
                    <a:pt x="18942" y="10227"/>
                    <a:pt x="19426" y="10858"/>
                    <a:pt x="19916" y="11499"/>
                  </a:cubicBezTo>
                  <a:cubicBezTo>
                    <a:pt x="19862" y="11525"/>
                    <a:pt x="19816" y="11535"/>
                    <a:pt x="19775" y="11535"/>
                  </a:cubicBezTo>
                  <a:cubicBezTo>
                    <a:pt x="19707" y="11535"/>
                    <a:pt x="19655" y="11508"/>
                    <a:pt x="19604" y="11492"/>
                  </a:cubicBezTo>
                  <a:cubicBezTo>
                    <a:pt x="18995" y="11313"/>
                    <a:pt x="18387" y="11138"/>
                    <a:pt x="17783" y="10943"/>
                  </a:cubicBezTo>
                  <a:cubicBezTo>
                    <a:pt x="16288" y="10461"/>
                    <a:pt x="14822" y="9909"/>
                    <a:pt x="13384" y="9288"/>
                  </a:cubicBezTo>
                  <a:cubicBezTo>
                    <a:pt x="13224" y="9220"/>
                    <a:pt x="13112" y="9131"/>
                    <a:pt x="13047" y="8966"/>
                  </a:cubicBezTo>
                  <a:cubicBezTo>
                    <a:pt x="12842" y="8444"/>
                    <a:pt x="12635" y="7922"/>
                    <a:pt x="12481" y="7383"/>
                  </a:cubicBezTo>
                  <a:cubicBezTo>
                    <a:pt x="12455" y="7228"/>
                    <a:pt x="12541" y="7078"/>
                    <a:pt x="12501" y="6921"/>
                  </a:cubicBezTo>
                  <a:cubicBezTo>
                    <a:pt x="12216" y="5799"/>
                    <a:pt x="12004" y="4661"/>
                    <a:pt x="11694" y="3545"/>
                  </a:cubicBezTo>
                  <a:cubicBezTo>
                    <a:pt x="11646" y="3375"/>
                    <a:pt x="11570" y="3157"/>
                    <a:pt x="11363" y="3157"/>
                  </a:cubicBezTo>
                  <a:cubicBezTo>
                    <a:pt x="11354" y="3157"/>
                    <a:pt x="11345" y="3157"/>
                    <a:pt x="11335" y="3158"/>
                  </a:cubicBezTo>
                  <a:cubicBezTo>
                    <a:pt x="11102" y="3178"/>
                    <a:pt x="11090" y="3411"/>
                    <a:pt x="11090" y="3600"/>
                  </a:cubicBezTo>
                  <a:cubicBezTo>
                    <a:pt x="11089" y="3725"/>
                    <a:pt x="11090" y="3854"/>
                    <a:pt x="11100" y="3982"/>
                  </a:cubicBezTo>
                  <a:cubicBezTo>
                    <a:pt x="11180" y="4961"/>
                    <a:pt x="11397" y="5922"/>
                    <a:pt x="11567" y="6891"/>
                  </a:cubicBezTo>
                  <a:cubicBezTo>
                    <a:pt x="11609" y="7138"/>
                    <a:pt x="11734" y="7347"/>
                    <a:pt x="11908" y="7535"/>
                  </a:cubicBezTo>
                  <a:cubicBezTo>
                    <a:pt x="12061" y="7945"/>
                    <a:pt x="12216" y="8356"/>
                    <a:pt x="12375" y="8778"/>
                  </a:cubicBezTo>
                  <a:cubicBezTo>
                    <a:pt x="12328" y="8779"/>
                    <a:pt x="12297" y="8783"/>
                    <a:pt x="12275" y="8783"/>
                  </a:cubicBezTo>
                  <a:cubicBezTo>
                    <a:pt x="12263" y="8783"/>
                    <a:pt x="12253" y="8781"/>
                    <a:pt x="12245" y="8778"/>
                  </a:cubicBezTo>
                  <a:cubicBezTo>
                    <a:pt x="11134" y="8281"/>
                    <a:pt x="10024" y="7779"/>
                    <a:pt x="8915" y="7282"/>
                  </a:cubicBezTo>
                  <a:cubicBezTo>
                    <a:pt x="8685" y="7178"/>
                    <a:pt x="8523" y="7020"/>
                    <a:pt x="8386" y="6824"/>
                  </a:cubicBezTo>
                  <a:cubicBezTo>
                    <a:pt x="7837" y="6047"/>
                    <a:pt x="7337" y="5250"/>
                    <a:pt x="6958" y="4386"/>
                  </a:cubicBezTo>
                  <a:cubicBezTo>
                    <a:pt x="6932" y="3655"/>
                    <a:pt x="6470" y="3083"/>
                    <a:pt x="6128" y="2469"/>
                  </a:cubicBezTo>
                  <a:cubicBezTo>
                    <a:pt x="6052" y="2335"/>
                    <a:pt x="5950" y="2177"/>
                    <a:pt x="5786" y="2177"/>
                  </a:cubicBezTo>
                  <a:cubicBezTo>
                    <a:pt x="5752" y="2177"/>
                    <a:pt x="5715" y="2184"/>
                    <a:pt x="5675" y="2199"/>
                  </a:cubicBezTo>
                  <a:cubicBezTo>
                    <a:pt x="5449" y="2284"/>
                    <a:pt x="5504" y="2506"/>
                    <a:pt x="5552" y="2682"/>
                  </a:cubicBezTo>
                  <a:cubicBezTo>
                    <a:pt x="5707" y="3253"/>
                    <a:pt x="5972" y="3785"/>
                    <a:pt x="6204" y="4329"/>
                  </a:cubicBezTo>
                  <a:cubicBezTo>
                    <a:pt x="6311" y="4574"/>
                    <a:pt x="6454" y="4779"/>
                    <a:pt x="6678" y="4941"/>
                  </a:cubicBezTo>
                  <a:cubicBezTo>
                    <a:pt x="6970" y="5438"/>
                    <a:pt x="7262" y="5939"/>
                    <a:pt x="7579" y="6477"/>
                  </a:cubicBezTo>
                  <a:cubicBezTo>
                    <a:pt x="7354" y="6446"/>
                    <a:pt x="7234" y="6331"/>
                    <a:pt x="7098" y="6247"/>
                  </a:cubicBezTo>
                  <a:cubicBezTo>
                    <a:pt x="6211" y="5685"/>
                    <a:pt x="5414" y="5013"/>
                    <a:pt x="4588" y="4374"/>
                  </a:cubicBezTo>
                  <a:cubicBezTo>
                    <a:pt x="3464" y="3508"/>
                    <a:pt x="2574" y="2457"/>
                    <a:pt x="1744" y="1353"/>
                  </a:cubicBezTo>
                  <a:cubicBezTo>
                    <a:pt x="1627" y="834"/>
                    <a:pt x="1265" y="472"/>
                    <a:pt x="846" y="155"/>
                  </a:cubicBezTo>
                  <a:cubicBezTo>
                    <a:pt x="731" y="69"/>
                    <a:pt x="596" y="0"/>
                    <a:pt x="458"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8"/>
            <p:cNvSpPr/>
            <p:nvPr/>
          </p:nvSpPr>
          <p:spPr>
            <a:xfrm>
              <a:off x="6006600" y="3519725"/>
              <a:ext cx="179475" cy="117950"/>
            </a:xfrm>
            <a:custGeom>
              <a:rect b="b" l="l" r="r" t="t"/>
              <a:pathLst>
                <a:path extrusionOk="0" h="4718" w="7179">
                  <a:moveTo>
                    <a:pt x="671" y="0"/>
                  </a:moveTo>
                  <a:cubicBezTo>
                    <a:pt x="580" y="0"/>
                    <a:pt x="489" y="9"/>
                    <a:pt x="400" y="31"/>
                  </a:cubicBezTo>
                  <a:cubicBezTo>
                    <a:pt x="114" y="101"/>
                    <a:pt x="0" y="334"/>
                    <a:pt x="127" y="591"/>
                  </a:cubicBezTo>
                  <a:cubicBezTo>
                    <a:pt x="172" y="681"/>
                    <a:pt x="235" y="768"/>
                    <a:pt x="305" y="842"/>
                  </a:cubicBezTo>
                  <a:cubicBezTo>
                    <a:pt x="667" y="1214"/>
                    <a:pt x="958" y="1637"/>
                    <a:pt x="1290" y="2029"/>
                  </a:cubicBezTo>
                  <a:cubicBezTo>
                    <a:pt x="1852" y="2695"/>
                    <a:pt x="2456" y="3319"/>
                    <a:pt x="3195" y="3818"/>
                  </a:cubicBezTo>
                  <a:cubicBezTo>
                    <a:pt x="3991" y="4355"/>
                    <a:pt x="4845" y="4718"/>
                    <a:pt x="5812" y="4718"/>
                  </a:cubicBezTo>
                  <a:cubicBezTo>
                    <a:pt x="5929" y="4718"/>
                    <a:pt x="6048" y="4713"/>
                    <a:pt x="6169" y="4702"/>
                  </a:cubicBezTo>
                  <a:cubicBezTo>
                    <a:pt x="6547" y="4667"/>
                    <a:pt x="6918" y="4608"/>
                    <a:pt x="7178" y="4311"/>
                  </a:cubicBezTo>
                  <a:cubicBezTo>
                    <a:pt x="6608" y="4076"/>
                    <a:pt x="6014" y="3891"/>
                    <a:pt x="5467" y="3607"/>
                  </a:cubicBezTo>
                  <a:cubicBezTo>
                    <a:pt x="4801" y="3264"/>
                    <a:pt x="4097" y="2980"/>
                    <a:pt x="3503" y="2518"/>
                  </a:cubicBezTo>
                  <a:cubicBezTo>
                    <a:pt x="3370" y="2411"/>
                    <a:pt x="3205" y="2323"/>
                    <a:pt x="3180" y="2089"/>
                  </a:cubicBezTo>
                  <a:lnTo>
                    <a:pt x="3180" y="2089"/>
                  </a:lnTo>
                  <a:cubicBezTo>
                    <a:pt x="3323" y="2138"/>
                    <a:pt x="3436" y="2171"/>
                    <a:pt x="3545" y="2213"/>
                  </a:cubicBezTo>
                  <a:cubicBezTo>
                    <a:pt x="4080" y="2421"/>
                    <a:pt x="4584" y="2687"/>
                    <a:pt x="5101" y="2930"/>
                  </a:cubicBezTo>
                  <a:cubicBezTo>
                    <a:pt x="5697" y="3212"/>
                    <a:pt x="6284" y="3521"/>
                    <a:pt x="6928" y="3701"/>
                  </a:cubicBezTo>
                  <a:cubicBezTo>
                    <a:pt x="6906" y="3636"/>
                    <a:pt x="6878" y="3576"/>
                    <a:pt x="6843" y="3519"/>
                  </a:cubicBezTo>
                  <a:cubicBezTo>
                    <a:pt x="6761" y="3382"/>
                    <a:pt x="6651" y="3260"/>
                    <a:pt x="6552" y="3134"/>
                  </a:cubicBezTo>
                  <a:cubicBezTo>
                    <a:pt x="6469" y="3030"/>
                    <a:pt x="6396" y="2923"/>
                    <a:pt x="6349" y="2802"/>
                  </a:cubicBezTo>
                  <a:cubicBezTo>
                    <a:pt x="6145" y="2536"/>
                    <a:pt x="5894" y="2313"/>
                    <a:pt x="5635" y="2094"/>
                  </a:cubicBezTo>
                  <a:cubicBezTo>
                    <a:pt x="5612" y="2101"/>
                    <a:pt x="5591" y="2103"/>
                    <a:pt x="5572" y="2103"/>
                  </a:cubicBezTo>
                  <a:cubicBezTo>
                    <a:pt x="5481" y="2103"/>
                    <a:pt x="5443" y="2034"/>
                    <a:pt x="5416" y="1953"/>
                  </a:cubicBezTo>
                  <a:cubicBezTo>
                    <a:pt x="5418" y="1951"/>
                    <a:pt x="5416" y="1946"/>
                    <a:pt x="5416" y="1944"/>
                  </a:cubicBezTo>
                  <a:lnTo>
                    <a:pt x="5413" y="1944"/>
                  </a:lnTo>
                  <a:cubicBezTo>
                    <a:pt x="4958" y="1739"/>
                    <a:pt x="4586" y="1414"/>
                    <a:pt x="4160" y="1165"/>
                  </a:cubicBezTo>
                  <a:cubicBezTo>
                    <a:pt x="3163" y="583"/>
                    <a:pt x="2099" y="183"/>
                    <a:pt x="941" y="21"/>
                  </a:cubicBezTo>
                  <a:cubicBezTo>
                    <a:pt x="851" y="9"/>
                    <a:pt x="761" y="0"/>
                    <a:pt x="6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8"/>
            <p:cNvSpPr/>
            <p:nvPr/>
          </p:nvSpPr>
          <p:spPr>
            <a:xfrm>
              <a:off x="6012400" y="3367000"/>
              <a:ext cx="110700" cy="167150"/>
            </a:xfrm>
            <a:custGeom>
              <a:rect b="b" l="l" r="r" t="t"/>
              <a:pathLst>
                <a:path extrusionOk="0" h="6686" w="4428">
                  <a:moveTo>
                    <a:pt x="474" y="0"/>
                  </a:moveTo>
                  <a:cubicBezTo>
                    <a:pt x="155" y="0"/>
                    <a:pt x="1" y="225"/>
                    <a:pt x="57" y="618"/>
                  </a:cubicBezTo>
                  <a:cubicBezTo>
                    <a:pt x="185" y="1511"/>
                    <a:pt x="420" y="2378"/>
                    <a:pt x="747" y="3231"/>
                  </a:cubicBezTo>
                  <a:cubicBezTo>
                    <a:pt x="1213" y="4447"/>
                    <a:pt x="1907" y="5501"/>
                    <a:pt x="3031" y="6278"/>
                  </a:cubicBezTo>
                  <a:cubicBezTo>
                    <a:pt x="3343" y="6494"/>
                    <a:pt x="3673" y="6665"/>
                    <a:pt x="4069" y="6685"/>
                  </a:cubicBezTo>
                  <a:cubicBezTo>
                    <a:pt x="3742" y="6257"/>
                    <a:pt x="3411" y="5830"/>
                    <a:pt x="3086" y="5399"/>
                  </a:cubicBezTo>
                  <a:cubicBezTo>
                    <a:pt x="2981" y="5259"/>
                    <a:pt x="2882" y="5114"/>
                    <a:pt x="2829" y="4949"/>
                  </a:cubicBezTo>
                  <a:cubicBezTo>
                    <a:pt x="2801" y="4867"/>
                    <a:pt x="2774" y="4774"/>
                    <a:pt x="2847" y="4709"/>
                  </a:cubicBezTo>
                  <a:cubicBezTo>
                    <a:pt x="2886" y="4672"/>
                    <a:pt x="2929" y="4659"/>
                    <a:pt x="2974" y="4659"/>
                  </a:cubicBezTo>
                  <a:cubicBezTo>
                    <a:pt x="3030" y="4659"/>
                    <a:pt x="3088" y="4680"/>
                    <a:pt x="3141" y="4705"/>
                  </a:cubicBezTo>
                  <a:cubicBezTo>
                    <a:pt x="3361" y="4812"/>
                    <a:pt x="3531" y="4971"/>
                    <a:pt x="3685" y="5154"/>
                  </a:cubicBezTo>
                  <a:cubicBezTo>
                    <a:pt x="3890" y="5401"/>
                    <a:pt x="4107" y="5639"/>
                    <a:pt x="4319" y="5881"/>
                  </a:cubicBezTo>
                  <a:cubicBezTo>
                    <a:pt x="4382" y="5704"/>
                    <a:pt x="4427" y="5524"/>
                    <a:pt x="4392" y="5338"/>
                  </a:cubicBezTo>
                  <a:cubicBezTo>
                    <a:pt x="4079" y="3671"/>
                    <a:pt x="3393" y="2160"/>
                    <a:pt x="2143" y="902"/>
                  </a:cubicBezTo>
                  <a:cubicBezTo>
                    <a:pt x="1767" y="523"/>
                    <a:pt x="1308" y="223"/>
                    <a:pt x="781" y="55"/>
                  </a:cubicBezTo>
                  <a:cubicBezTo>
                    <a:pt x="666" y="18"/>
                    <a:pt x="564" y="0"/>
                    <a:pt x="47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8"/>
            <p:cNvSpPr/>
            <p:nvPr/>
          </p:nvSpPr>
          <p:spPr>
            <a:xfrm>
              <a:off x="6186125" y="3429550"/>
              <a:ext cx="76675" cy="174200"/>
            </a:xfrm>
            <a:custGeom>
              <a:rect b="b" l="l" r="r" t="t"/>
              <a:pathLst>
                <a:path extrusionOk="0" h="6968" w="3067">
                  <a:moveTo>
                    <a:pt x="1209" y="0"/>
                  </a:moveTo>
                  <a:cubicBezTo>
                    <a:pt x="1171" y="0"/>
                    <a:pt x="1131" y="10"/>
                    <a:pt x="1086" y="33"/>
                  </a:cubicBezTo>
                  <a:cubicBezTo>
                    <a:pt x="813" y="178"/>
                    <a:pt x="566" y="333"/>
                    <a:pt x="436" y="637"/>
                  </a:cubicBezTo>
                  <a:cubicBezTo>
                    <a:pt x="149" y="1302"/>
                    <a:pt x="22" y="1996"/>
                    <a:pt x="14" y="2712"/>
                  </a:cubicBezTo>
                  <a:cubicBezTo>
                    <a:pt x="0" y="3965"/>
                    <a:pt x="309" y="5144"/>
                    <a:pt x="1093" y="6192"/>
                  </a:cubicBezTo>
                  <a:cubicBezTo>
                    <a:pt x="1388" y="6589"/>
                    <a:pt x="1764" y="6902"/>
                    <a:pt x="2304" y="6967"/>
                  </a:cubicBezTo>
                  <a:cubicBezTo>
                    <a:pt x="2015" y="6233"/>
                    <a:pt x="1623" y="5535"/>
                    <a:pt x="1383" y="4781"/>
                  </a:cubicBezTo>
                  <a:cubicBezTo>
                    <a:pt x="1332" y="4620"/>
                    <a:pt x="1266" y="4467"/>
                    <a:pt x="1330" y="4282"/>
                  </a:cubicBezTo>
                  <a:lnTo>
                    <a:pt x="1330" y="4282"/>
                  </a:lnTo>
                  <a:cubicBezTo>
                    <a:pt x="1482" y="4337"/>
                    <a:pt x="1520" y="4447"/>
                    <a:pt x="1583" y="4542"/>
                  </a:cubicBezTo>
                  <a:cubicBezTo>
                    <a:pt x="1970" y="5143"/>
                    <a:pt x="2217" y="5806"/>
                    <a:pt x="2584" y="6415"/>
                  </a:cubicBezTo>
                  <a:lnTo>
                    <a:pt x="2584" y="6414"/>
                  </a:lnTo>
                  <a:cubicBezTo>
                    <a:pt x="3015" y="5897"/>
                    <a:pt x="2963" y="5264"/>
                    <a:pt x="2995" y="4662"/>
                  </a:cubicBezTo>
                  <a:cubicBezTo>
                    <a:pt x="3066" y="3366"/>
                    <a:pt x="2683" y="2152"/>
                    <a:pt x="2047" y="1001"/>
                  </a:cubicBezTo>
                  <a:cubicBezTo>
                    <a:pt x="1885" y="709"/>
                    <a:pt x="1677" y="440"/>
                    <a:pt x="1470" y="173"/>
                  </a:cubicBezTo>
                  <a:cubicBezTo>
                    <a:pt x="1407" y="90"/>
                    <a:pt x="1323" y="0"/>
                    <a:pt x="120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8"/>
            <p:cNvSpPr/>
            <p:nvPr/>
          </p:nvSpPr>
          <p:spPr>
            <a:xfrm>
              <a:off x="6316775" y="3494775"/>
              <a:ext cx="87350" cy="173875"/>
            </a:xfrm>
            <a:custGeom>
              <a:rect b="b" l="l" r="r" t="t"/>
              <a:pathLst>
                <a:path extrusionOk="0" h="6955" w="3494">
                  <a:moveTo>
                    <a:pt x="1242" y="0"/>
                  </a:moveTo>
                  <a:cubicBezTo>
                    <a:pt x="1225" y="0"/>
                    <a:pt x="1207" y="1"/>
                    <a:pt x="1190" y="1"/>
                  </a:cubicBezTo>
                  <a:cubicBezTo>
                    <a:pt x="896" y="11"/>
                    <a:pt x="813" y="193"/>
                    <a:pt x="730" y="393"/>
                  </a:cubicBezTo>
                  <a:cubicBezTo>
                    <a:pt x="696" y="473"/>
                    <a:pt x="661" y="552"/>
                    <a:pt x="636" y="632"/>
                  </a:cubicBezTo>
                  <a:cubicBezTo>
                    <a:pt x="1" y="2749"/>
                    <a:pt x="414" y="4712"/>
                    <a:pt x="1745" y="6539"/>
                  </a:cubicBezTo>
                  <a:cubicBezTo>
                    <a:pt x="1886" y="6732"/>
                    <a:pt x="2047" y="6902"/>
                    <a:pt x="2306" y="6954"/>
                  </a:cubicBezTo>
                  <a:cubicBezTo>
                    <a:pt x="2321" y="6824"/>
                    <a:pt x="2268" y="6702"/>
                    <a:pt x="2241" y="6577"/>
                  </a:cubicBezTo>
                  <a:cubicBezTo>
                    <a:pt x="1984" y="5403"/>
                    <a:pt x="1744" y="4228"/>
                    <a:pt x="1674" y="3031"/>
                  </a:cubicBezTo>
                  <a:cubicBezTo>
                    <a:pt x="1667" y="2909"/>
                    <a:pt x="1634" y="2784"/>
                    <a:pt x="1770" y="2639"/>
                  </a:cubicBezTo>
                  <a:cubicBezTo>
                    <a:pt x="1974" y="3106"/>
                    <a:pt x="2054" y="3566"/>
                    <a:pt x="2164" y="4018"/>
                  </a:cubicBezTo>
                  <a:cubicBezTo>
                    <a:pt x="2389" y="4949"/>
                    <a:pt x="2538" y="5896"/>
                    <a:pt x="2881" y="6802"/>
                  </a:cubicBezTo>
                  <a:cubicBezTo>
                    <a:pt x="3222" y="6200"/>
                    <a:pt x="3494" y="5586"/>
                    <a:pt x="3487" y="4872"/>
                  </a:cubicBezTo>
                  <a:cubicBezTo>
                    <a:pt x="3477" y="3853"/>
                    <a:pt x="3150" y="2907"/>
                    <a:pt x="2775" y="1965"/>
                  </a:cubicBezTo>
                  <a:cubicBezTo>
                    <a:pt x="2543" y="1384"/>
                    <a:pt x="2221" y="849"/>
                    <a:pt x="1882" y="318"/>
                  </a:cubicBezTo>
                  <a:cubicBezTo>
                    <a:pt x="1731" y="79"/>
                    <a:pt x="1518" y="0"/>
                    <a:pt x="124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8"/>
            <p:cNvSpPr/>
            <p:nvPr/>
          </p:nvSpPr>
          <p:spPr>
            <a:xfrm>
              <a:off x="6328700" y="3768950"/>
              <a:ext cx="176975" cy="72425"/>
            </a:xfrm>
            <a:custGeom>
              <a:rect b="b" l="l" r="r" t="t"/>
              <a:pathLst>
                <a:path extrusionOk="0" h="2897" w="7079">
                  <a:moveTo>
                    <a:pt x="4040" y="0"/>
                  </a:moveTo>
                  <a:cubicBezTo>
                    <a:pt x="2809" y="0"/>
                    <a:pt x="1653" y="412"/>
                    <a:pt x="518" y="916"/>
                  </a:cubicBezTo>
                  <a:cubicBezTo>
                    <a:pt x="491" y="928"/>
                    <a:pt x="466" y="946"/>
                    <a:pt x="443" y="963"/>
                  </a:cubicBezTo>
                  <a:cubicBezTo>
                    <a:pt x="49" y="1225"/>
                    <a:pt x="1" y="1542"/>
                    <a:pt x="301" y="1909"/>
                  </a:cubicBezTo>
                  <a:cubicBezTo>
                    <a:pt x="504" y="2156"/>
                    <a:pt x="781" y="2308"/>
                    <a:pt x="1077" y="2431"/>
                  </a:cubicBezTo>
                  <a:cubicBezTo>
                    <a:pt x="1826" y="2745"/>
                    <a:pt x="2616" y="2870"/>
                    <a:pt x="3424" y="2893"/>
                  </a:cubicBezTo>
                  <a:cubicBezTo>
                    <a:pt x="3502" y="2895"/>
                    <a:pt x="3579" y="2897"/>
                    <a:pt x="3656" y="2897"/>
                  </a:cubicBezTo>
                  <a:cubicBezTo>
                    <a:pt x="4752" y="2897"/>
                    <a:pt x="5766" y="2658"/>
                    <a:pt x="6643" y="1996"/>
                  </a:cubicBezTo>
                  <a:cubicBezTo>
                    <a:pt x="6863" y="1829"/>
                    <a:pt x="7037" y="1652"/>
                    <a:pt x="7077" y="1382"/>
                  </a:cubicBezTo>
                  <a:lnTo>
                    <a:pt x="7077" y="1382"/>
                  </a:lnTo>
                  <a:cubicBezTo>
                    <a:pt x="5944" y="1552"/>
                    <a:pt x="4802" y="1640"/>
                    <a:pt x="3652" y="1667"/>
                  </a:cubicBezTo>
                  <a:cubicBezTo>
                    <a:pt x="3607" y="1668"/>
                    <a:pt x="3562" y="1669"/>
                    <a:pt x="3518" y="1669"/>
                  </a:cubicBezTo>
                  <a:cubicBezTo>
                    <a:pt x="3396" y="1669"/>
                    <a:pt x="3275" y="1661"/>
                    <a:pt x="3157" y="1627"/>
                  </a:cubicBezTo>
                  <a:cubicBezTo>
                    <a:pt x="3085" y="1605"/>
                    <a:pt x="3003" y="1587"/>
                    <a:pt x="2990" y="1502"/>
                  </a:cubicBezTo>
                  <a:cubicBezTo>
                    <a:pt x="2973" y="1398"/>
                    <a:pt x="3050" y="1343"/>
                    <a:pt x="3137" y="1317"/>
                  </a:cubicBezTo>
                  <a:cubicBezTo>
                    <a:pt x="3280" y="1273"/>
                    <a:pt x="3425" y="1230"/>
                    <a:pt x="3574" y="1212"/>
                  </a:cubicBezTo>
                  <a:cubicBezTo>
                    <a:pt x="3887" y="1172"/>
                    <a:pt x="4203" y="1143"/>
                    <a:pt x="4520" y="1118"/>
                  </a:cubicBezTo>
                  <a:cubicBezTo>
                    <a:pt x="5375" y="1048"/>
                    <a:pt x="6239" y="1026"/>
                    <a:pt x="7078" y="836"/>
                  </a:cubicBezTo>
                  <a:cubicBezTo>
                    <a:pt x="6575" y="489"/>
                    <a:pt x="5988" y="328"/>
                    <a:pt x="5404" y="176"/>
                  </a:cubicBezTo>
                  <a:cubicBezTo>
                    <a:pt x="4938" y="54"/>
                    <a:pt x="4484" y="0"/>
                    <a:pt x="4040"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p:nvPr/>
          </p:nvSpPr>
          <p:spPr>
            <a:xfrm>
              <a:off x="6139675" y="3692500"/>
              <a:ext cx="196225" cy="64575"/>
            </a:xfrm>
            <a:custGeom>
              <a:rect b="b" l="l" r="r" t="t"/>
              <a:pathLst>
                <a:path extrusionOk="0" h="2583" w="7849">
                  <a:moveTo>
                    <a:pt x="4111" y="1"/>
                  </a:moveTo>
                  <a:cubicBezTo>
                    <a:pt x="2867" y="1"/>
                    <a:pt x="1657" y="235"/>
                    <a:pt x="452" y="516"/>
                  </a:cubicBezTo>
                  <a:cubicBezTo>
                    <a:pt x="97" y="598"/>
                    <a:pt x="0" y="892"/>
                    <a:pt x="217" y="1177"/>
                  </a:cubicBezTo>
                  <a:cubicBezTo>
                    <a:pt x="337" y="1332"/>
                    <a:pt x="507" y="1429"/>
                    <a:pt x="676" y="1527"/>
                  </a:cubicBezTo>
                  <a:cubicBezTo>
                    <a:pt x="1226" y="1848"/>
                    <a:pt x="1833" y="2043"/>
                    <a:pt x="2434" y="2243"/>
                  </a:cubicBezTo>
                  <a:cubicBezTo>
                    <a:pt x="3100" y="2465"/>
                    <a:pt x="3758" y="2583"/>
                    <a:pt x="4405" y="2583"/>
                  </a:cubicBezTo>
                  <a:cubicBezTo>
                    <a:pt x="5255" y="2583"/>
                    <a:pt x="6086" y="2379"/>
                    <a:pt x="6893" y="1941"/>
                  </a:cubicBezTo>
                  <a:cubicBezTo>
                    <a:pt x="7023" y="1871"/>
                    <a:pt x="7151" y="1796"/>
                    <a:pt x="7195" y="1646"/>
                  </a:cubicBezTo>
                  <a:cubicBezTo>
                    <a:pt x="7150" y="1639"/>
                    <a:pt x="7105" y="1626"/>
                    <a:pt x="7060" y="1626"/>
                  </a:cubicBezTo>
                  <a:cubicBezTo>
                    <a:pt x="7047" y="1626"/>
                    <a:pt x="7033" y="1626"/>
                    <a:pt x="7020" y="1626"/>
                  </a:cubicBezTo>
                  <a:cubicBezTo>
                    <a:pt x="5916" y="1626"/>
                    <a:pt x="4813" y="1556"/>
                    <a:pt x="3710" y="1461"/>
                  </a:cubicBezTo>
                  <a:cubicBezTo>
                    <a:pt x="3498" y="1440"/>
                    <a:pt x="3266" y="1445"/>
                    <a:pt x="3026" y="1217"/>
                  </a:cubicBezTo>
                  <a:lnTo>
                    <a:pt x="3026" y="1217"/>
                  </a:lnTo>
                  <a:cubicBezTo>
                    <a:pt x="3788" y="1227"/>
                    <a:pt x="4464" y="1227"/>
                    <a:pt x="5140" y="1247"/>
                  </a:cubicBezTo>
                  <a:cubicBezTo>
                    <a:pt x="5367" y="1253"/>
                    <a:pt x="5594" y="1256"/>
                    <a:pt x="5821" y="1256"/>
                  </a:cubicBezTo>
                  <a:cubicBezTo>
                    <a:pt x="6498" y="1256"/>
                    <a:pt x="7174" y="1229"/>
                    <a:pt x="7849" y="1182"/>
                  </a:cubicBezTo>
                  <a:cubicBezTo>
                    <a:pt x="7708" y="1155"/>
                    <a:pt x="7602" y="1087"/>
                    <a:pt x="7520" y="972"/>
                  </a:cubicBezTo>
                  <a:cubicBezTo>
                    <a:pt x="7435" y="848"/>
                    <a:pt x="7308" y="762"/>
                    <a:pt x="7173" y="697"/>
                  </a:cubicBezTo>
                  <a:cubicBezTo>
                    <a:pt x="6489" y="370"/>
                    <a:pt x="5783" y="119"/>
                    <a:pt x="5016" y="44"/>
                  </a:cubicBezTo>
                  <a:cubicBezTo>
                    <a:pt x="4712" y="14"/>
                    <a:pt x="4411" y="1"/>
                    <a:pt x="411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8"/>
            <p:cNvSpPr/>
            <p:nvPr/>
          </p:nvSpPr>
          <p:spPr>
            <a:xfrm>
              <a:off x="6428075" y="3593075"/>
              <a:ext cx="118550" cy="129025"/>
            </a:xfrm>
            <a:custGeom>
              <a:rect b="b" l="l" r="r" t="t"/>
              <a:pathLst>
                <a:path extrusionOk="0" h="5161" w="4742">
                  <a:moveTo>
                    <a:pt x="559" y="1"/>
                  </a:moveTo>
                  <a:cubicBezTo>
                    <a:pt x="197" y="1"/>
                    <a:pt x="0" y="262"/>
                    <a:pt x="128" y="623"/>
                  </a:cubicBezTo>
                  <a:cubicBezTo>
                    <a:pt x="198" y="827"/>
                    <a:pt x="308" y="1019"/>
                    <a:pt x="379" y="1222"/>
                  </a:cubicBezTo>
                  <a:cubicBezTo>
                    <a:pt x="730" y="2230"/>
                    <a:pt x="1314" y="3120"/>
                    <a:pt x="1973" y="3971"/>
                  </a:cubicBezTo>
                  <a:cubicBezTo>
                    <a:pt x="2348" y="4457"/>
                    <a:pt x="2837" y="4820"/>
                    <a:pt x="3437" y="5039"/>
                  </a:cubicBezTo>
                  <a:cubicBezTo>
                    <a:pt x="3630" y="5110"/>
                    <a:pt x="3821" y="5160"/>
                    <a:pt x="4014" y="5160"/>
                  </a:cubicBezTo>
                  <a:cubicBezTo>
                    <a:pt x="4144" y="5160"/>
                    <a:pt x="4275" y="5137"/>
                    <a:pt x="4406" y="5082"/>
                  </a:cubicBezTo>
                  <a:cubicBezTo>
                    <a:pt x="3871" y="4313"/>
                    <a:pt x="3200" y="3643"/>
                    <a:pt x="2615" y="2912"/>
                  </a:cubicBezTo>
                  <a:cubicBezTo>
                    <a:pt x="2314" y="2533"/>
                    <a:pt x="2013" y="2156"/>
                    <a:pt x="1712" y="1776"/>
                  </a:cubicBezTo>
                  <a:cubicBezTo>
                    <a:pt x="1699" y="1759"/>
                    <a:pt x="1711" y="1724"/>
                    <a:pt x="1711" y="1669"/>
                  </a:cubicBezTo>
                  <a:lnTo>
                    <a:pt x="1711" y="1669"/>
                  </a:lnTo>
                  <a:cubicBezTo>
                    <a:pt x="1856" y="1703"/>
                    <a:pt x="1952" y="1793"/>
                    <a:pt x="2044" y="1879"/>
                  </a:cubicBezTo>
                  <a:cubicBezTo>
                    <a:pt x="2476" y="2285"/>
                    <a:pt x="2903" y="2693"/>
                    <a:pt x="3330" y="3105"/>
                  </a:cubicBezTo>
                  <a:cubicBezTo>
                    <a:pt x="3776" y="3536"/>
                    <a:pt x="4141" y="4036"/>
                    <a:pt x="4618" y="4442"/>
                  </a:cubicBezTo>
                  <a:cubicBezTo>
                    <a:pt x="4742" y="4163"/>
                    <a:pt x="4713" y="3884"/>
                    <a:pt x="4583" y="3611"/>
                  </a:cubicBezTo>
                  <a:cubicBezTo>
                    <a:pt x="4408" y="3246"/>
                    <a:pt x="4239" y="2875"/>
                    <a:pt x="4043" y="2520"/>
                  </a:cubicBezTo>
                  <a:cubicBezTo>
                    <a:pt x="3355" y="1272"/>
                    <a:pt x="2201" y="557"/>
                    <a:pt x="865" y="54"/>
                  </a:cubicBezTo>
                  <a:cubicBezTo>
                    <a:pt x="808" y="33"/>
                    <a:pt x="748" y="21"/>
                    <a:pt x="688" y="11"/>
                  </a:cubicBezTo>
                  <a:cubicBezTo>
                    <a:pt x="643" y="4"/>
                    <a:pt x="600" y="1"/>
                    <a:pt x="55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p:nvPr/>
          </p:nvSpPr>
          <p:spPr>
            <a:xfrm>
              <a:off x="6190000" y="3628150"/>
              <a:ext cx="8825" cy="3125"/>
            </a:xfrm>
            <a:custGeom>
              <a:rect b="b" l="l" r="r" t="t"/>
              <a:pathLst>
                <a:path extrusionOk="0" h="125" w="353">
                  <a:moveTo>
                    <a:pt x="12" y="1"/>
                  </a:moveTo>
                  <a:cubicBezTo>
                    <a:pt x="8" y="1"/>
                    <a:pt x="4" y="1"/>
                    <a:pt x="0" y="1"/>
                  </a:cubicBezTo>
                  <a:cubicBezTo>
                    <a:pt x="99" y="89"/>
                    <a:pt x="221" y="119"/>
                    <a:pt x="352" y="124"/>
                  </a:cubicBezTo>
                  <a:cubicBezTo>
                    <a:pt x="260" y="27"/>
                    <a:pt x="140" y="1"/>
                    <a:pt x="12"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8"/>
            <p:cNvSpPr/>
            <p:nvPr/>
          </p:nvSpPr>
          <p:spPr>
            <a:xfrm>
              <a:off x="5975400" y="3852950"/>
              <a:ext cx="747600" cy="220300"/>
            </a:xfrm>
            <a:custGeom>
              <a:rect b="b" l="l" r="r" t="t"/>
              <a:pathLst>
                <a:path extrusionOk="0" h="8812" w="29904">
                  <a:moveTo>
                    <a:pt x="11427" y="0"/>
                  </a:moveTo>
                  <a:cubicBezTo>
                    <a:pt x="11379" y="0"/>
                    <a:pt x="11330" y="14"/>
                    <a:pt x="11280" y="49"/>
                  </a:cubicBezTo>
                  <a:cubicBezTo>
                    <a:pt x="11088" y="184"/>
                    <a:pt x="11195" y="392"/>
                    <a:pt x="11289" y="556"/>
                  </a:cubicBezTo>
                  <a:cubicBezTo>
                    <a:pt x="11350" y="666"/>
                    <a:pt x="11415" y="776"/>
                    <a:pt x="11489" y="883"/>
                  </a:cubicBezTo>
                  <a:cubicBezTo>
                    <a:pt x="12046" y="1690"/>
                    <a:pt x="12715" y="2414"/>
                    <a:pt x="13345" y="3170"/>
                  </a:cubicBezTo>
                  <a:cubicBezTo>
                    <a:pt x="13504" y="3361"/>
                    <a:pt x="13717" y="3480"/>
                    <a:pt x="13961" y="3557"/>
                  </a:cubicBezTo>
                  <a:cubicBezTo>
                    <a:pt x="14299" y="3837"/>
                    <a:pt x="14638" y="4114"/>
                    <a:pt x="14987" y="4401"/>
                  </a:cubicBezTo>
                  <a:cubicBezTo>
                    <a:pt x="14923" y="4439"/>
                    <a:pt x="14900" y="4462"/>
                    <a:pt x="14873" y="4466"/>
                  </a:cubicBezTo>
                  <a:cubicBezTo>
                    <a:pt x="13664" y="4589"/>
                    <a:pt x="12451" y="4709"/>
                    <a:pt x="11242" y="4831"/>
                  </a:cubicBezTo>
                  <a:cubicBezTo>
                    <a:pt x="11200" y="4836"/>
                    <a:pt x="11159" y="4838"/>
                    <a:pt x="11119" y="4838"/>
                  </a:cubicBezTo>
                  <a:cubicBezTo>
                    <a:pt x="10918" y="4838"/>
                    <a:pt x="10735" y="4784"/>
                    <a:pt x="10555" y="4699"/>
                  </a:cubicBezTo>
                  <a:cubicBezTo>
                    <a:pt x="9692" y="4299"/>
                    <a:pt x="8860" y="3859"/>
                    <a:pt x="8101" y="3300"/>
                  </a:cubicBezTo>
                  <a:cubicBezTo>
                    <a:pt x="7712" y="2681"/>
                    <a:pt x="7026" y="2416"/>
                    <a:pt x="6423" y="2054"/>
                  </a:cubicBezTo>
                  <a:cubicBezTo>
                    <a:pt x="6329" y="1997"/>
                    <a:pt x="6217" y="1937"/>
                    <a:pt x="6109" y="1937"/>
                  </a:cubicBezTo>
                  <a:cubicBezTo>
                    <a:pt x="6034" y="1937"/>
                    <a:pt x="5961" y="1966"/>
                    <a:pt x="5897" y="2045"/>
                  </a:cubicBezTo>
                  <a:cubicBezTo>
                    <a:pt x="5742" y="2232"/>
                    <a:pt x="5902" y="2397"/>
                    <a:pt x="6032" y="2527"/>
                  </a:cubicBezTo>
                  <a:cubicBezTo>
                    <a:pt x="6451" y="2943"/>
                    <a:pt x="6946" y="3271"/>
                    <a:pt x="7418" y="3627"/>
                  </a:cubicBezTo>
                  <a:cubicBezTo>
                    <a:pt x="7635" y="3787"/>
                    <a:pt x="7861" y="3894"/>
                    <a:pt x="8136" y="3920"/>
                  </a:cubicBezTo>
                  <a:cubicBezTo>
                    <a:pt x="8638" y="4207"/>
                    <a:pt x="9140" y="4494"/>
                    <a:pt x="9682" y="4803"/>
                  </a:cubicBezTo>
                  <a:cubicBezTo>
                    <a:pt x="9578" y="4845"/>
                    <a:pt x="9485" y="4857"/>
                    <a:pt x="9398" y="4857"/>
                  </a:cubicBezTo>
                  <a:cubicBezTo>
                    <a:pt x="9311" y="4857"/>
                    <a:pt x="9231" y="4845"/>
                    <a:pt x="9152" y="4843"/>
                  </a:cubicBezTo>
                  <a:cubicBezTo>
                    <a:pt x="8102" y="4799"/>
                    <a:pt x="7075" y="4616"/>
                    <a:pt x="6041" y="4474"/>
                  </a:cubicBezTo>
                  <a:cubicBezTo>
                    <a:pt x="4636" y="4284"/>
                    <a:pt x="3340" y="3819"/>
                    <a:pt x="2069" y="3276"/>
                  </a:cubicBezTo>
                  <a:cubicBezTo>
                    <a:pt x="1708" y="2886"/>
                    <a:pt x="1215" y="2753"/>
                    <a:pt x="693" y="2686"/>
                  </a:cubicBezTo>
                  <a:cubicBezTo>
                    <a:pt x="652" y="2681"/>
                    <a:pt x="611" y="2678"/>
                    <a:pt x="570" y="2678"/>
                  </a:cubicBezTo>
                  <a:cubicBezTo>
                    <a:pt x="383" y="2678"/>
                    <a:pt x="201" y="2737"/>
                    <a:pt x="112" y="2931"/>
                  </a:cubicBezTo>
                  <a:cubicBezTo>
                    <a:pt x="0" y="3180"/>
                    <a:pt x="167" y="3355"/>
                    <a:pt x="362" y="3457"/>
                  </a:cubicBezTo>
                  <a:cubicBezTo>
                    <a:pt x="921" y="3749"/>
                    <a:pt x="1459" y="4099"/>
                    <a:pt x="2139" y="4099"/>
                  </a:cubicBezTo>
                  <a:cubicBezTo>
                    <a:pt x="2176" y="4099"/>
                    <a:pt x="2214" y="4098"/>
                    <a:pt x="2252" y="4095"/>
                  </a:cubicBezTo>
                  <a:cubicBezTo>
                    <a:pt x="2803" y="4299"/>
                    <a:pt x="3380" y="4441"/>
                    <a:pt x="3895" y="4721"/>
                  </a:cubicBezTo>
                  <a:cubicBezTo>
                    <a:pt x="3923" y="4708"/>
                    <a:pt x="3950" y="4704"/>
                    <a:pt x="3975" y="4704"/>
                  </a:cubicBezTo>
                  <a:cubicBezTo>
                    <a:pt x="4041" y="4704"/>
                    <a:pt x="4102" y="4735"/>
                    <a:pt x="4166" y="4744"/>
                  </a:cubicBezTo>
                  <a:cubicBezTo>
                    <a:pt x="4124" y="4787"/>
                    <a:pt x="4085" y="4804"/>
                    <a:pt x="4049" y="4804"/>
                  </a:cubicBezTo>
                  <a:cubicBezTo>
                    <a:pt x="3998" y="4804"/>
                    <a:pt x="3952" y="4771"/>
                    <a:pt x="3907" y="4729"/>
                  </a:cubicBezTo>
                  <a:lnTo>
                    <a:pt x="3907" y="4729"/>
                  </a:lnTo>
                  <a:cubicBezTo>
                    <a:pt x="3915" y="4743"/>
                    <a:pt x="3922" y="4756"/>
                    <a:pt x="3932" y="4769"/>
                  </a:cubicBezTo>
                  <a:cubicBezTo>
                    <a:pt x="4005" y="4833"/>
                    <a:pt x="4107" y="4844"/>
                    <a:pt x="4191" y="4889"/>
                  </a:cubicBezTo>
                  <a:cubicBezTo>
                    <a:pt x="4511" y="4993"/>
                    <a:pt x="4835" y="5075"/>
                    <a:pt x="5162" y="5150"/>
                  </a:cubicBezTo>
                  <a:cubicBezTo>
                    <a:pt x="5268" y="5156"/>
                    <a:pt x="5375" y="5168"/>
                    <a:pt x="5480" y="5186"/>
                  </a:cubicBezTo>
                  <a:cubicBezTo>
                    <a:pt x="5357" y="5138"/>
                    <a:pt x="5240" y="5083"/>
                    <a:pt x="5138" y="5001"/>
                  </a:cubicBezTo>
                  <a:lnTo>
                    <a:pt x="5138" y="5001"/>
                  </a:lnTo>
                  <a:cubicBezTo>
                    <a:pt x="5714" y="5088"/>
                    <a:pt x="6287" y="5178"/>
                    <a:pt x="6951" y="5278"/>
                  </a:cubicBezTo>
                  <a:cubicBezTo>
                    <a:pt x="6616" y="5458"/>
                    <a:pt x="6351" y="5463"/>
                    <a:pt x="6089" y="5490"/>
                  </a:cubicBezTo>
                  <a:cubicBezTo>
                    <a:pt x="6039" y="5445"/>
                    <a:pt x="5984" y="5408"/>
                    <a:pt x="5926" y="5377"/>
                  </a:cubicBezTo>
                  <a:cubicBezTo>
                    <a:pt x="4840" y="5520"/>
                    <a:pt x="3744" y="5533"/>
                    <a:pt x="2656" y="5680"/>
                  </a:cubicBezTo>
                  <a:cubicBezTo>
                    <a:pt x="2412" y="5712"/>
                    <a:pt x="2040" y="5667"/>
                    <a:pt x="2005" y="5964"/>
                  </a:cubicBezTo>
                  <a:cubicBezTo>
                    <a:pt x="2002" y="5972"/>
                    <a:pt x="2000" y="5982"/>
                    <a:pt x="2000" y="5992"/>
                  </a:cubicBezTo>
                  <a:cubicBezTo>
                    <a:pt x="1984" y="6329"/>
                    <a:pt x="2367" y="6349"/>
                    <a:pt x="2644" y="6367"/>
                  </a:cubicBezTo>
                  <a:cubicBezTo>
                    <a:pt x="2930" y="6387"/>
                    <a:pt x="3215" y="6397"/>
                    <a:pt x="3500" y="6397"/>
                  </a:cubicBezTo>
                  <a:cubicBezTo>
                    <a:pt x="4382" y="6397"/>
                    <a:pt x="5262" y="6305"/>
                    <a:pt x="6139" y="6142"/>
                  </a:cubicBezTo>
                  <a:cubicBezTo>
                    <a:pt x="6328" y="6106"/>
                    <a:pt x="6474" y="6015"/>
                    <a:pt x="6609" y="5894"/>
                  </a:cubicBezTo>
                  <a:cubicBezTo>
                    <a:pt x="6661" y="5875"/>
                    <a:pt x="6711" y="5859"/>
                    <a:pt x="6760" y="5840"/>
                  </a:cubicBezTo>
                  <a:cubicBezTo>
                    <a:pt x="6769" y="5842"/>
                    <a:pt x="6779" y="5842"/>
                    <a:pt x="6789" y="5842"/>
                  </a:cubicBezTo>
                  <a:cubicBezTo>
                    <a:pt x="6898" y="5842"/>
                    <a:pt x="6993" y="5769"/>
                    <a:pt x="7100" y="5769"/>
                  </a:cubicBezTo>
                  <a:cubicBezTo>
                    <a:pt x="7109" y="5769"/>
                    <a:pt x="7118" y="5769"/>
                    <a:pt x="7127" y="5770"/>
                  </a:cubicBezTo>
                  <a:cubicBezTo>
                    <a:pt x="7288" y="5725"/>
                    <a:pt x="7457" y="5700"/>
                    <a:pt x="7607" y="5635"/>
                  </a:cubicBezTo>
                  <a:cubicBezTo>
                    <a:pt x="7886" y="5513"/>
                    <a:pt x="8166" y="5474"/>
                    <a:pt x="8452" y="5474"/>
                  </a:cubicBezTo>
                  <a:cubicBezTo>
                    <a:pt x="8596" y="5474"/>
                    <a:pt x="8741" y="5484"/>
                    <a:pt x="8888" y="5498"/>
                  </a:cubicBezTo>
                  <a:cubicBezTo>
                    <a:pt x="9275" y="5535"/>
                    <a:pt x="9664" y="5550"/>
                    <a:pt x="10054" y="5550"/>
                  </a:cubicBezTo>
                  <a:cubicBezTo>
                    <a:pt x="10400" y="5550"/>
                    <a:pt x="10747" y="5538"/>
                    <a:pt x="11093" y="5517"/>
                  </a:cubicBezTo>
                  <a:cubicBezTo>
                    <a:pt x="12236" y="5448"/>
                    <a:pt x="13374" y="5293"/>
                    <a:pt x="14515" y="5178"/>
                  </a:cubicBezTo>
                  <a:cubicBezTo>
                    <a:pt x="14619" y="5167"/>
                    <a:pt x="14725" y="5141"/>
                    <a:pt x="14844" y="5141"/>
                  </a:cubicBezTo>
                  <a:cubicBezTo>
                    <a:pt x="14919" y="5141"/>
                    <a:pt x="14999" y="5151"/>
                    <a:pt x="15087" y="5183"/>
                  </a:cubicBezTo>
                  <a:cubicBezTo>
                    <a:pt x="14615" y="5563"/>
                    <a:pt x="14149" y="5867"/>
                    <a:pt x="13692" y="6179"/>
                  </a:cubicBezTo>
                  <a:cubicBezTo>
                    <a:pt x="13669" y="6194"/>
                    <a:pt x="13646" y="6211"/>
                    <a:pt x="13622" y="6226"/>
                  </a:cubicBezTo>
                  <a:cubicBezTo>
                    <a:pt x="13420" y="6329"/>
                    <a:pt x="13172" y="6271"/>
                    <a:pt x="12972" y="6411"/>
                  </a:cubicBezTo>
                  <a:cubicBezTo>
                    <a:pt x="12002" y="7078"/>
                    <a:pt x="10938" y="7585"/>
                    <a:pt x="9922" y="8179"/>
                  </a:cubicBezTo>
                  <a:cubicBezTo>
                    <a:pt x="9747" y="8281"/>
                    <a:pt x="9454" y="8394"/>
                    <a:pt x="9530" y="8618"/>
                  </a:cubicBezTo>
                  <a:cubicBezTo>
                    <a:pt x="9534" y="8626"/>
                    <a:pt x="9535" y="8633"/>
                    <a:pt x="9540" y="8643"/>
                  </a:cubicBezTo>
                  <a:cubicBezTo>
                    <a:pt x="9598" y="8770"/>
                    <a:pt x="9690" y="8811"/>
                    <a:pt x="9797" y="8811"/>
                  </a:cubicBezTo>
                  <a:cubicBezTo>
                    <a:pt x="9929" y="8811"/>
                    <a:pt x="10081" y="8748"/>
                    <a:pt x="10216" y="8703"/>
                  </a:cubicBezTo>
                  <a:cubicBezTo>
                    <a:pt x="10274" y="8686"/>
                    <a:pt x="10328" y="8659"/>
                    <a:pt x="10381" y="8633"/>
                  </a:cubicBezTo>
                  <a:cubicBezTo>
                    <a:pt x="11117" y="8279"/>
                    <a:pt x="11851" y="7930"/>
                    <a:pt x="12566" y="7547"/>
                  </a:cubicBezTo>
                  <a:cubicBezTo>
                    <a:pt x="12875" y="7380"/>
                    <a:pt x="13185" y="7225"/>
                    <a:pt x="13359" y="6906"/>
                  </a:cubicBezTo>
                  <a:cubicBezTo>
                    <a:pt x="13517" y="6793"/>
                    <a:pt x="13672" y="6678"/>
                    <a:pt x="13836" y="6569"/>
                  </a:cubicBezTo>
                  <a:cubicBezTo>
                    <a:pt x="14436" y="6162"/>
                    <a:pt x="15057" y="5782"/>
                    <a:pt x="15586" y="5288"/>
                  </a:cubicBezTo>
                  <a:cubicBezTo>
                    <a:pt x="15784" y="5101"/>
                    <a:pt x="15988" y="5005"/>
                    <a:pt x="16258" y="4973"/>
                  </a:cubicBezTo>
                  <a:cubicBezTo>
                    <a:pt x="18225" y="4741"/>
                    <a:pt x="20165" y="4346"/>
                    <a:pt x="22088" y="3855"/>
                  </a:cubicBezTo>
                  <a:cubicBezTo>
                    <a:pt x="22129" y="3845"/>
                    <a:pt x="22177" y="3816"/>
                    <a:pt x="22224" y="3816"/>
                  </a:cubicBezTo>
                  <a:cubicBezTo>
                    <a:pt x="22261" y="3816"/>
                    <a:pt x="22298" y="3834"/>
                    <a:pt x="22331" y="3895"/>
                  </a:cubicBezTo>
                  <a:cubicBezTo>
                    <a:pt x="21898" y="4337"/>
                    <a:pt x="21446" y="4771"/>
                    <a:pt x="20929" y="5138"/>
                  </a:cubicBezTo>
                  <a:cubicBezTo>
                    <a:pt x="19778" y="5660"/>
                    <a:pt x="18823" y="6466"/>
                    <a:pt x="17821" y="7196"/>
                  </a:cubicBezTo>
                  <a:cubicBezTo>
                    <a:pt x="17624" y="7338"/>
                    <a:pt x="17461" y="7572"/>
                    <a:pt x="17624" y="7799"/>
                  </a:cubicBezTo>
                  <a:cubicBezTo>
                    <a:pt x="17700" y="7908"/>
                    <a:pt x="17793" y="7945"/>
                    <a:pt x="17892" y="7945"/>
                  </a:cubicBezTo>
                  <a:cubicBezTo>
                    <a:pt x="18026" y="7945"/>
                    <a:pt x="18174" y="7875"/>
                    <a:pt x="18311" y="7819"/>
                  </a:cubicBezTo>
                  <a:cubicBezTo>
                    <a:pt x="18368" y="7797"/>
                    <a:pt x="18416" y="7757"/>
                    <a:pt x="18468" y="7727"/>
                  </a:cubicBezTo>
                  <a:cubicBezTo>
                    <a:pt x="19275" y="7253"/>
                    <a:pt x="20039" y="6719"/>
                    <a:pt x="20793" y="6171"/>
                  </a:cubicBezTo>
                  <a:cubicBezTo>
                    <a:pt x="20995" y="6022"/>
                    <a:pt x="21130" y="5840"/>
                    <a:pt x="21202" y="5612"/>
                  </a:cubicBezTo>
                  <a:cubicBezTo>
                    <a:pt x="21911" y="5028"/>
                    <a:pt x="22602" y="4424"/>
                    <a:pt x="23196" y="3730"/>
                  </a:cubicBezTo>
                  <a:cubicBezTo>
                    <a:pt x="23297" y="3610"/>
                    <a:pt x="23411" y="3533"/>
                    <a:pt x="23564" y="3492"/>
                  </a:cubicBezTo>
                  <a:cubicBezTo>
                    <a:pt x="25247" y="3033"/>
                    <a:pt x="26899" y="2476"/>
                    <a:pt x="28559" y="1947"/>
                  </a:cubicBezTo>
                  <a:cubicBezTo>
                    <a:pt x="28891" y="1840"/>
                    <a:pt x="29229" y="1752"/>
                    <a:pt x="29544" y="1602"/>
                  </a:cubicBezTo>
                  <a:cubicBezTo>
                    <a:pt x="29691" y="1533"/>
                    <a:pt x="29903" y="1471"/>
                    <a:pt x="29846" y="1280"/>
                  </a:cubicBezTo>
                  <a:cubicBezTo>
                    <a:pt x="29816" y="1175"/>
                    <a:pt x="29741" y="1146"/>
                    <a:pt x="29653" y="1146"/>
                  </a:cubicBezTo>
                  <a:cubicBezTo>
                    <a:pt x="29579" y="1146"/>
                    <a:pt x="29495" y="1167"/>
                    <a:pt x="29421" y="1180"/>
                  </a:cubicBezTo>
                  <a:cubicBezTo>
                    <a:pt x="29376" y="1188"/>
                    <a:pt x="29334" y="1203"/>
                    <a:pt x="29289" y="1215"/>
                  </a:cubicBezTo>
                  <a:cubicBezTo>
                    <a:pt x="28587" y="1405"/>
                    <a:pt x="27888" y="1602"/>
                    <a:pt x="27194" y="1822"/>
                  </a:cubicBezTo>
                  <a:cubicBezTo>
                    <a:pt x="26215" y="2135"/>
                    <a:pt x="25226" y="2427"/>
                    <a:pt x="24245" y="2743"/>
                  </a:cubicBezTo>
                  <a:cubicBezTo>
                    <a:pt x="24124" y="2781"/>
                    <a:pt x="24011" y="2800"/>
                    <a:pt x="23902" y="2800"/>
                  </a:cubicBezTo>
                  <a:cubicBezTo>
                    <a:pt x="23743" y="2800"/>
                    <a:pt x="23590" y="2759"/>
                    <a:pt x="23429" y="2679"/>
                  </a:cubicBezTo>
                  <a:cubicBezTo>
                    <a:pt x="22880" y="2406"/>
                    <a:pt x="22315" y="2160"/>
                    <a:pt x="21751" y="1914"/>
                  </a:cubicBezTo>
                  <a:cubicBezTo>
                    <a:pt x="21349" y="1737"/>
                    <a:pt x="20939" y="1577"/>
                    <a:pt x="20532" y="1410"/>
                  </a:cubicBezTo>
                  <a:cubicBezTo>
                    <a:pt x="20391" y="1281"/>
                    <a:pt x="20246" y="1168"/>
                    <a:pt x="20056" y="1108"/>
                  </a:cubicBezTo>
                  <a:cubicBezTo>
                    <a:pt x="19507" y="938"/>
                    <a:pt x="18962" y="754"/>
                    <a:pt x="18398" y="617"/>
                  </a:cubicBezTo>
                  <a:cubicBezTo>
                    <a:pt x="17908" y="501"/>
                    <a:pt x="17426" y="349"/>
                    <a:pt x="16917" y="299"/>
                  </a:cubicBezTo>
                  <a:cubicBezTo>
                    <a:pt x="16883" y="296"/>
                    <a:pt x="16846" y="293"/>
                    <a:pt x="16810" y="293"/>
                  </a:cubicBezTo>
                  <a:cubicBezTo>
                    <a:pt x="16695" y="293"/>
                    <a:pt x="16581" y="322"/>
                    <a:pt x="16543" y="464"/>
                  </a:cubicBezTo>
                  <a:cubicBezTo>
                    <a:pt x="16505" y="612"/>
                    <a:pt x="16633" y="691"/>
                    <a:pt x="16748" y="758"/>
                  </a:cubicBezTo>
                  <a:cubicBezTo>
                    <a:pt x="16812" y="796"/>
                    <a:pt x="16883" y="813"/>
                    <a:pt x="16952" y="843"/>
                  </a:cubicBezTo>
                  <a:cubicBezTo>
                    <a:pt x="17931" y="1280"/>
                    <a:pt x="18967" y="1590"/>
                    <a:pt x="19968" y="1977"/>
                  </a:cubicBezTo>
                  <a:cubicBezTo>
                    <a:pt x="20132" y="2041"/>
                    <a:pt x="20300" y="2090"/>
                    <a:pt x="20477" y="2090"/>
                  </a:cubicBezTo>
                  <a:cubicBezTo>
                    <a:pt x="20539" y="2090"/>
                    <a:pt x="20602" y="2084"/>
                    <a:pt x="20667" y="2070"/>
                  </a:cubicBezTo>
                  <a:cubicBezTo>
                    <a:pt x="21402" y="2377"/>
                    <a:pt x="22136" y="2683"/>
                    <a:pt x="22880" y="2991"/>
                  </a:cubicBezTo>
                  <a:cubicBezTo>
                    <a:pt x="22787" y="3126"/>
                    <a:pt x="22688" y="3123"/>
                    <a:pt x="22607" y="3141"/>
                  </a:cubicBezTo>
                  <a:cubicBezTo>
                    <a:pt x="21990" y="3290"/>
                    <a:pt x="21374" y="3445"/>
                    <a:pt x="20753" y="3577"/>
                  </a:cubicBezTo>
                  <a:cubicBezTo>
                    <a:pt x="19219" y="3905"/>
                    <a:pt x="17672" y="4157"/>
                    <a:pt x="16116" y="4339"/>
                  </a:cubicBezTo>
                  <a:cubicBezTo>
                    <a:pt x="16078" y="4343"/>
                    <a:pt x="16042" y="4346"/>
                    <a:pt x="16007" y="4346"/>
                  </a:cubicBezTo>
                  <a:cubicBezTo>
                    <a:pt x="15882" y="4346"/>
                    <a:pt x="15771" y="4314"/>
                    <a:pt x="15664" y="4227"/>
                  </a:cubicBezTo>
                  <a:cubicBezTo>
                    <a:pt x="15224" y="3879"/>
                    <a:pt x="14785" y="3528"/>
                    <a:pt x="14383" y="3140"/>
                  </a:cubicBezTo>
                  <a:cubicBezTo>
                    <a:pt x="14283" y="3018"/>
                    <a:pt x="14283" y="2844"/>
                    <a:pt x="14169" y="2728"/>
                  </a:cubicBezTo>
                  <a:cubicBezTo>
                    <a:pt x="13362" y="1897"/>
                    <a:pt x="12611" y="1018"/>
                    <a:pt x="11784" y="205"/>
                  </a:cubicBezTo>
                  <a:cubicBezTo>
                    <a:pt x="11688" y="112"/>
                    <a:pt x="11562" y="0"/>
                    <a:pt x="11427" y="0"/>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8"/>
            <p:cNvSpPr/>
            <p:nvPr/>
          </p:nvSpPr>
          <p:spPr>
            <a:xfrm>
              <a:off x="5935075" y="3969825"/>
              <a:ext cx="205625" cy="70000"/>
            </a:xfrm>
            <a:custGeom>
              <a:rect b="b" l="l" r="r" t="t"/>
              <a:pathLst>
                <a:path extrusionOk="0" h="2800" w="8225">
                  <a:moveTo>
                    <a:pt x="3979" y="1"/>
                  </a:moveTo>
                  <a:cubicBezTo>
                    <a:pt x="2846" y="1"/>
                    <a:pt x="1743" y="187"/>
                    <a:pt x="678" y="618"/>
                  </a:cubicBezTo>
                  <a:cubicBezTo>
                    <a:pt x="507" y="687"/>
                    <a:pt x="346" y="770"/>
                    <a:pt x="215" y="895"/>
                  </a:cubicBezTo>
                  <a:cubicBezTo>
                    <a:pt x="0" y="1100"/>
                    <a:pt x="20" y="1359"/>
                    <a:pt x="257" y="1519"/>
                  </a:cubicBezTo>
                  <a:cubicBezTo>
                    <a:pt x="342" y="1572"/>
                    <a:pt x="439" y="1617"/>
                    <a:pt x="536" y="1646"/>
                  </a:cubicBezTo>
                  <a:cubicBezTo>
                    <a:pt x="1036" y="1787"/>
                    <a:pt x="1500" y="2009"/>
                    <a:pt x="1984" y="2183"/>
                  </a:cubicBezTo>
                  <a:cubicBezTo>
                    <a:pt x="2803" y="2478"/>
                    <a:pt x="3638" y="2718"/>
                    <a:pt x="4528" y="2782"/>
                  </a:cubicBezTo>
                  <a:cubicBezTo>
                    <a:pt x="4692" y="2793"/>
                    <a:pt x="4856" y="2799"/>
                    <a:pt x="5018" y="2799"/>
                  </a:cubicBezTo>
                  <a:cubicBezTo>
                    <a:pt x="5913" y="2799"/>
                    <a:pt x="6768" y="2609"/>
                    <a:pt x="7544" y="2063"/>
                  </a:cubicBezTo>
                  <a:cubicBezTo>
                    <a:pt x="7855" y="1843"/>
                    <a:pt x="8147" y="1609"/>
                    <a:pt x="8224" y="1220"/>
                  </a:cubicBezTo>
                  <a:lnTo>
                    <a:pt x="8224" y="1220"/>
                  </a:lnTo>
                  <a:cubicBezTo>
                    <a:pt x="7612" y="1300"/>
                    <a:pt x="7006" y="1439"/>
                    <a:pt x="6389" y="1466"/>
                  </a:cubicBezTo>
                  <a:cubicBezTo>
                    <a:pt x="5879" y="1489"/>
                    <a:pt x="5366" y="1546"/>
                    <a:pt x="4855" y="1546"/>
                  </a:cubicBezTo>
                  <a:cubicBezTo>
                    <a:pt x="4617" y="1546"/>
                    <a:pt x="4380" y="1534"/>
                    <a:pt x="4144" y="1501"/>
                  </a:cubicBezTo>
                  <a:cubicBezTo>
                    <a:pt x="3975" y="1476"/>
                    <a:pt x="3789" y="1482"/>
                    <a:pt x="3650" y="1292"/>
                  </a:cubicBezTo>
                  <a:cubicBezTo>
                    <a:pt x="3800" y="1262"/>
                    <a:pt x="3914" y="1235"/>
                    <a:pt x="4029" y="1217"/>
                  </a:cubicBezTo>
                  <a:cubicBezTo>
                    <a:pt x="4596" y="1130"/>
                    <a:pt x="5165" y="1107"/>
                    <a:pt x="5735" y="1062"/>
                  </a:cubicBezTo>
                  <a:cubicBezTo>
                    <a:pt x="6393" y="1007"/>
                    <a:pt x="7055" y="982"/>
                    <a:pt x="7702" y="815"/>
                  </a:cubicBezTo>
                  <a:cubicBezTo>
                    <a:pt x="7652" y="772"/>
                    <a:pt x="7597" y="735"/>
                    <a:pt x="7539" y="702"/>
                  </a:cubicBezTo>
                  <a:cubicBezTo>
                    <a:pt x="7400" y="625"/>
                    <a:pt x="7243" y="573"/>
                    <a:pt x="7093" y="513"/>
                  </a:cubicBezTo>
                  <a:cubicBezTo>
                    <a:pt x="6970" y="465"/>
                    <a:pt x="6853" y="410"/>
                    <a:pt x="6751" y="326"/>
                  </a:cubicBezTo>
                  <a:cubicBezTo>
                    <a:pt x="6443" y="199"/>
                    <a:pt x="6114" y="129"/>
                    <a:pt x="5779" y="69"/>
                  </a:cubicBezTo>
                  <a:cubicBezTo>
                    <a:pt x="5737" y="112"/>
                    <a:pt x="5698" y="129"/>
                    <a:pt x="5661" y="129"/>
                  </a:cubicBezTo>
                  <a:cubicBezTo>
                    <a:pt x="5611" y="129"/>
                    <a:pt x="5565" y="97"/>
                    <a:pt x="5520" y="56"/>
                  </a:cubicBezTo>
                  <a:cubicBezTo>
                    <a:pt x="5520" y="54"/>
                    <a:pt x="5517" y="51"/>
                    <a:pt x="5517" y="49"/>
                  </a:cubicBezTo>
                  <a:lnTo>
                    <a:pt x="5515" y="51"/>
                  </a:lnTo>
                  <a:lnTo>
                    <a:pt x="5512" y="51"/>
                  </a:lnTo>
                  <a:cubicBezTo>
                    <a:pt x="5409" y="61"/>
                    <a:pt x="5307" y="65"/>
                    <a:pt x="5205" y="65"/>
                  </a:cubicBezTo>
                  <a:cubicBezTo>
                    <a:pt x="4815" y="65"/>
                    <a:pt x="4429" y="5"/>
                    <a:pt x="4039" y="1"/>
                  </a:cubicBezTo>
                  <a:cubicBezTo>
                    <a:pt x="4019" y="1"/>
                    <a:pt x="3999" y="1"/>
                    <a:pt x="397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8"/>
            <p:cNvSpPr/>
            <p:nvPr/>
          </p:nvSpPr>
          <p:spPr>
            <a:xfrm>
              <a:off x="5861250" y="3850975"/>
              <a:ext cx="170475" cy="108875"/>
            </a:xfrm>
            <a:custGeom>
              <a:rect b="b" l="l" r="r" t="t"/>
              <a:pathLst>
                <a:path extrusionOk="0" h="4355" w="6819">
                  <a:moveTo>
                    <a:pt x="1339" y="0"/>
                  </a:moveTo>
                  <a:cubicBezTo>
                    <a:pt x="1113" y="0"/>
                    <a:pt x="886" y="24"/>
                    <a:pt x="660" y="73"/>
                  </a:cubicBezTo>
                  <a:cubicBezTo>
                    <a:pt x="124" y="188"/>
                    <a:pt x="1" y="523"/>
                    <a:pt x="313" y="922"/>
                  </a:cubicBezTo>
                  <a:cubicBezTo>
                    <a:pt x="870" y="1632"/>
                    <a:pt x="1507" y="2266"/>
                    <a:pt x="2216" y="2842"/>
                  </a:cubicBezTo>
                  <a:cubicBezTo>
                    <a:pt x="3227" y="3661"/>
                    <a:pt x="4353" y="4229"/>
                    <a:pt x="5717" y="4341"/>
                  </a:cubicBezTo>
                  <a:cubicBezTo>
                    <a:pt x="5812" y="4349"/>
                    <a:pt x="5907" y="4354"/>
                    <a:pt x="6000" y="4354"/>
                  </a:cubicBezTo>
                  <a:cubicBezTo>
                    <a:pt x="6280" y="4354"/>
                    <a:pt x="6555" y="4311"/>
                    <a:pt x="6818" y="4174"/>
                  </a:cubicBezTo>
                  <a:cubicBezTo>
                    <a:pt x="6321" y="3968"/>
                    <a:pt x="5821" y="3762"/>
                    <a:pt x="5325" y="3552"/>
                  </a:cubicBezTo>
                  <a:cubicBezTo>
                    <a:pt x="5165" y="3484"/>
                    <a:pt x="5007" y="3405"/>
                    <a:pt x="4877" y="3290"/>
                  </a:cubicBezTo>
                  <a:cubicBezTo>
                    <a:pt x="4813" y="3232"/>
                    <a:pt x="4743" y="3165"/>
                    <a:pt x="4773" y="3072"/>
                  </a:cubicBezTo>
                  <a:cubicBezTo>
                    <a:pt x="4808" y="2958"/>
                    <a:pt x="4922" y="2932"/>
                    <a:pt x="5027" y="2923"/>
                  </a:cubicBezTo>
                  <a:cubicBezTo>
                    <a:pt x="5059" y="2921"/>
                    <a:pt x="5091" y="2920"/>
                    <a:pt x="5123" y="2920"/>
                  </a:cubicBezTo>
                  <a:cubicBezTo>
                    <a:pt x="5331" y="2920"/>
                    <a:pt x="5528" y="2969"/>
                    <a:pt x="5721" y="3040"/>
                  </a:cubicBezTo>
                  <a:cubicBezTo>
                    <a:pt x="6023" y="3152"/>
                    <a:pt x="6330" y="3250"/>
                    <a:pt x="6635" y="3354"/>
                  </a:cubicBezTo>
                  <a:cubicBezTo>
                    <a:pt x="6601" y="3170"/>
                    <a:pt x="6550" y="2992"/>
                    <a:pt x="6426" y="2847"/>
                  </a:cubicBezTo>
                  <a:cubicBezTo>
                    <a:pt x="5322" y="1559"/>
                    <a:pt x="3972" y="593"/>
                    <a:pt x="2263" y="128"/>
                  </a:cubicBezTo>
                  <a:cubicBezTo>
                    <a:pt x="1963" y="45"/>
                    <a:pt x="1653" y="0"/>
                    <a:pt x="133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8"/>
            <p:cNvSpPr/>
            <p:nvPr/>
          </p:nvSpPr>
          <p:spPr>
            <a:xfrm>
              <a:off x="6058300" y="3812975"/>
              <a:ext cx="122500" cy="141125"/>
            </a:xfrm>
            <a:custGeom>
              <a:rect b="b" l="l" r="r" t="t"/>
              <a:pathLst>
                <a:path extrusionOk="0" h="5645" w="4900">
                  <a:moveTo>
                    <a:pt x="508" y="0"/>
                  </a:moveTo>
                  <a:cubicBezTo>
                    <a:pt x="432" y="0"/>
                    <a:pt x="359" y="30"/>
                    <a:pt x="302" y="120"/>
                  </a:cubicBezTo>
                  <a:cubicBezTo>
                    <a:pt x="136" y="381"/>
                    <a:pt x="1" y="638"/>
                    <a:pt x="39" y="967"/>
                  </a:cubicBezTo>
                  <a:cubicBezTo>
                    <a:pt x="122" y="1688"/>
                    <a:pt x="359" y="2352"/>
                    <a:pt x="710" y="2975"/>
                  </a:cubicBezTo>
                  <a:cubicBezTo>
                    <a:pt x="1323" y="4068"/>
                    <a:pt x="2179" y="4935"/>
                    <a:pt x="3382" y="5453"/>
                  </a:cubicBezTo>
                  <a:cubicBezTo>
                    <a:pt x="3649" y="5568"/>
                    <a:pt x="3926" y="5644"/>
                    <a:pt x="4211" y="5644"/>
                  </a:cubicBezTo>
                  <a:cubicBezTo>
                    <a:pt x="4410" y="5644"/>
                    <a:pt x="4613" y="5607"/>
                    <a:pt x="4818" y="5519"/>
                  </a:cubicBezTo>
                  <a:cubicBezTo>
                    <a:pt x="4201" y="5027"/>
                    <a:pt x="3514" y="4617"/>
                    <a:pt x="2930" y="4085"/>
                  </a:cubicBezTo>
                  <a:cubicBezTo>
                    <a:pt x="2805" y="3971"/>
                    <a:pt x="2671" y="3871"/>
                    <a:pt x="2633" y="3679"/>
                  </a:cubicBezTo>
                  <a:cubicBezTo>
                    <a:pt x="2657" y="3675"/>
                    <a:pt x="2680" y="3673"/>
                    <a:pt x="2701" y="3673"/>
                  </a:cubicBezTo>
                  <a:cubicBezTo>
                    <a:pt x="2820" y="3673"/>
                    <a:pt x="2897" y="3734"/>
                    <a:pt x="2983" y="3778"/>
                  </a:cubicBezTo>
                  <a:cubicBezTo>
                    <a:pt x="3619" y="4103"/>
                    <a:pt x="4163" y="4557"/>
                    <a:pt x="4785" y="4900"/>
                  </a:cubicBezTo>
                  <a:cubicBezTo>
                    <a:pt x="4900" y="4238"/>
                    <a:pt x="4538" y="3714"/>
                    <a:pt x="4268" y="3177"/>
                  </a:cubicBezTo>
                  <a:cubicBezTo>
                    <a:pt x="3682" y="2018"/>
                    <a:pt x="2743" y="1157"/>
                    <a:pt x="1617" y="478"/>
                  </a:cubicBezTo>
                  <a:cubicBezTo>
                    <a:pt x="1332" y="306"/>
                    <a:pt x="1016" y="176"/>
                    <a:pt x="705" y="48"/>
                  </a:cubicBezTo>
                  <a:cubicBezTo>
                    <a:pt x="644" y="23"/>
                    <a:pt x="575" y="0"/>
                    <a:pt x="508"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8"/>
            <p:cNvSpPr/>
            <p:nvPr/>
          </p:nvSpPr>
          <p:spPr>
            <a:xfrm>
              <a:off x="6207175" y="3801425"/>
              <a:ext cx="127800" cy="141450"/>
            </a:xfrm>
            <a:custGeom>
              <a:rect b="b" l="l" r="r" t="t"/>
              <a:pathLst>
                <a:path extrusionOk="0" h="5658" w="5112">
                  <a:moveTo>
                    <a:pt x="701" y="0"/>
                  </a:moveTo>
                  <a:cubicBezTo>
                    <a:pt x="551" y="0"/>
                    <a:pt x="405" y="57"/>
                    <a:pt x="251" y="153"/>
                  </a:cubicBezTo>
                  <a:cubicBezTo>
                    <a:pt x="1" y="308"/>
                    <a:pt x="21" y="506"/>
                    <a:pt x="47" y="723"/>
                  </a:cubicBezTo>
                  <a:cubicBezTo>
                    <a:pt x="59" y="807"/>
                    <a:pt x="67" y="893"/>
                    <a:pt x="87" y="975"/>
                  </a:cubicBezTo>
                  <a:cubicBezTo>
                    <a:pt x="593" y="3127"/>
                    <a:pt x="1931" y="4622"/>
                    <a:pt x="3996" y="5539"/>
                  </a:cubicBezTo>
                  <a:cubicBezTo>
                    <a:pt x="4145" y="5605"/>
                    <a:pt x="4297" y="5657"/>
                    <a:pt x="4458" y="5657"/>
                  </a:cubicBezTo>
                  <a:cubicBezTo>
                    <a:pt x="4533" y="5657"/>
                    <a:pt x="4610" y="5646"/>
                    <a:pt x="4690" y="5619"/>
                  </a:cubicBezTo>
                  <a:cubicBezTo>
                    <a:pt x="4638" y="5498"/>
                    <a:pt x="4530" y="5419"/>
                    <a:pt x="4445" y="5324"/>
                  </a:cubicBezTo>
                  <a:cubicBezTo>
                    <a:pt x="3637" y="4435"/>
                    <a:pt x="2840" y="3537"/>
                    <a:pt x="2183" y="2535"/>
                  </a:cubicBezTo>
                  <a:cubicBezTo>
                    <a:pt x="2116" y="2433"/>
                    <a:pt x="2024" y="2341"/>
                    <a:pt x="2071" y="2148"/>
                  </a:cubicBezTo>
                  <a:lnTo>
                    <a:pt x="2071" y="2148"/>
                  </a:lnTo>
                  <a:cubicBezTo>
                    <a:pt x="2481" y="2450"/>
                    <a:pt x="2780" y="2810"/>
                    <a:pt x="3102" y="3147"/>
                  </a:cubicBezTo>
                  <a:cubicBezTo>
                    <a:pt x="3762" y="3841"/>
                    <a:pt x="4363" y="4587"/>
                    <a:pt x="5112" y="5201"/>
                  </a:cubicBezTo>
                  <a:cubicBezTo>
                    <a:pt x="5107" y="4510"/>
                    <a:pt x="5035" y="3841"/>
                    <a:pt x="4673" y="3226"/>
                  </a:cubicBezTo>
                  <a:cubicBezTo>
                    <a:pt x="4156" y="2348"/>
                    <a:pt x="3399" y="1691"/>
                    <a:pt x="2605" y="1062"/>
                  </a:cubicBezTo>
                  <a:cubicBezTo>
                    <a:pt x="2114" y="675"/>
                    <a:pt x="1565" y="371"/>
                    <a:pt x="1008" y="81"/>
                  </a:cubicBezTo>
                  <a:cubicBezTo>
                    <a:pt x="902" y="26"/>
                    <a:pt x="801" y="0"/>
                    <a:pt x="70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8"/>
            <p:cNvSpPr/>
            <p:nvPr/>
          </p:nvSpPr>
          <p:spPr>
            <a:xfrm>
              <a:off x="6351225" y="3981150"/>
              <a:ext cx="156700" cy="110425"/>
            </a:xfrm>
            <a:custGeom>
              <a:rect b="b" l="l" r="r" t="t"/>
              <a:pathLst>
                <a:path extrusionOk="0" h="4417" w="6268">
                  <a:moveTo>
                    <a:pt x="5661" y="1"/>
                  </a:moveTo>
                  <a:cubicBezTo>
                    <a:pt x="5135" y="1"/>
                    <a:pt x="4623" y="134"/>
                    <a:pt x="4116" y="274"/>
                  </a:cubicBezTo>
                  <a:cubicBezTo>
                    <a:pt x="2361" y="756"/>
                    <a:pt x="1248" y="1990"/>
                    <a:pt x="252" y="3356"/>
                  </a:cubicBezTo>
                  <a:cubicBezTo>
                    <a:pt x="236" y="3380"/>
                    <a:pt x="222" y="3408"/>
                    <a:pt x="211" y="3435"/>
                  </a:cubicBezTo>
                  <a:cubicBezTo>
                    <a:pt x="0" y="3857"/>
                    <a:pt x="116" y="4157"/>
                    <a:pt x="561" y="4324"/>
                  </a:cubicBezTo>
                  <a:cubicBezTo>
                    <a:pt x="740" y="4392"/>
                    <a:pt x="926" y="4417"/>
                    <a:pt x="1114" y="4417"/>
                  </a:cubicBezTo>
                  <a:cubicBezTo>
                    <a:pt x="1240" y="4417"/>
                    <a:pt x="1366" y="4406"/>
                    <a:pt x="1493" y="4389"/>
                  </a:cubicBezTo>
                  <a:cubicBezTo>
                    <a:pt x="2299" y="4287"/>
                    <a:pt x="3046" y="4000"/>
                    <a:pt x="3759" y="3618"/>
                  </a:cubicBezTo>
                  <a:cubicBezTo>
                    <a:pt x="4801" y="3058"/>
                    <a:pt x="5639" y="2315"/>
                    <a:pt x="6097" y="1233"/>
                  </a:cubicBezTo>
                  <a:cubicBezTo>
                    <a:pt x="6206" y="979"/>
                    <a:pt x="6268" y="739"/>
                    <a:pt x="6167" y="484"/>
                  </a:cubicBezTo>
                  <a:lnTo>
                    <a:pt x="6167" y="484"/>
                  </a:lnTo>
                  <a:cubicBezTo>
                    <a:pt x="5272" y="1196"/>
                    <a:pt x="4326" y="1845"/>
                    <a:pt x="3343" y="2442"/>
                  </a:cubicBezTo>
                  <a:cubicBezTo>
                    <a:pt x="3200" y="2529"/>
                    <a:pt x="3058" y="2612"/>
                    <a:pt x="2893" y="2654"/>
                  </a:cubicBezTo>
                  <a:cubicBezTo>
                    <a:pt x="2856" y="2662"/>
                    <a:pt x="2818" y="2673"/>
                    <a:pt x="2782" y="2673"/>
                  </a:cubicBezTo>
                  <a:cubicBezTo>
                    <a:pt x="2746" y="2673"/>
                    <a:pt x="2713" y="2663"/>
                    <a:pt x="2686" y="2629"/>
                  </a:cubicBezTo>
                  <a:cubicBezTo>
                    <a:pt x="2621" y="2547"/>
                    <a:pt x="2659" y="2460"/>
                    <a:pt x="2721" y="2395"/>
                  </a:cubicBezTo>
                  <a:cubicBezTo>
                    <a:pt x="2823" y="2285"/>
                    <a:pt x="2928" y="2177"/>
                    <a:pt x="3048" y="2087"/>
                  </a:cubicBezTo>
                  <a:cubicBezTo>
                    <a:pt x="3300" y="1895"/>
                    <a:pt x="3559" y="1713"/>
                    <a:pt x="3820" y="1533"/>
                  </a:cubicBezTo>
                  <a:cubicBezTo>
                    <a:pt x="4526" y="1044"/>
                    <a:pt x="5265" y="596"/>
                    <a:pt x="5896" y="10"/>
                  </a:cubicBezTo>
                  <a:cubicBezTo>
                    <a:pt x="5817" y="4"/>
                    <a:pt x="5739" y="1"/>
                    <a:pt x="5661"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8"/>
            <p:cNvSpPr/>
            <p:nvPr/>
          </p:nvSpPr>
          <p:spPr>
            <a:xfrm>
              <a:off x="6142500" y="4005250"/>
              <a:ext cx="175225" cy="99225"/>
            </a:xfrm>
            <a:custGeom>
              <a:rect b="b" l="l" r="r" t="t"/>
              <a:pathLst>
                <a:path extrusionOk="0" h="3969" w="7009">
                  <a:moveTo>
                    <a:pt x="6271" y="0"/>
                  </a:moveTo>
                  <a:cubicBezTo>
                    <a:pt x="6241" y="0"/>
                    <a:pt x="6210" y="1"/>
                    <a:pt x="6179" y="4"/>
                  </a:cubicBezTo>
                  <a:cubicBezTo>
                    <a:pt x="5425" y="62"/>
                    <a:pt x="4688" y="199"/>
                    <a:pt x="3986" y="517"/>
                  </a:cubicBezTo>
                  <a:cubicBezTo>
                    <a:pt x="2553" y="1166"/>
                    <a:pt x="1388" y="2155"/>
                    <a:pt x="267" y="3203"/>
                  </a:cubicBezTo>
                  <a:cubicBezTo>
                    <a:pt x="0" y="3453"/>
                    <a:pt x="64" y="3755"/>
                    <a:pt x="394" y="3894"/>
                  </a:cubicBezTo>
                  <a:cubicBezTo>
                    <a:pt x="574" y="3969"/>
                    <a:pt x="770" y="3967"/>
                    <a:pt x="966" y="3969"/>
                  </a:cubicBezTo>
                  <a:cubicBezTo>
                    <a:pt x="974" y="3969"/>
                    <a:pt x="982" y="3969"/>
                    <a:pt x="989" y="3969"/>
                  </a:cubicBezTo>
                  <a:cubicBezTo>
                    <a:pt x="1617" y="3969"/>
                    <a:pt x="2233" y="3835"/>
                    <a:pt x="2846" y="3710"/>
                  </a:cubicBezTo>
                  <a:cubicBezTo>
                    <a:pt x="4438" y="3386"/>
                    <a:pt x="5714" y="2601"/>
                    <a:pt x="6560" y="1223"/>
                  </a:cubicBezTo>
                  <a:cubicBezTo>
                    <a:pt x="6636" y="1096"/>
                    <a:pt x="6710" y="968"/>
                    <a:pt x="6673" y="816"/>
                  </a:cubicBezTo>
                  <a:lnTo>
                    <a:pt x="6673" y="816"/>
                  </a:lnTo>
                  <a:cubicBezTo>
                    <a:pt x="6631" y="833"/>
                    <a:pt x="6585" y="844"/>
                    <a:pt x="6546" y="866"/>
                  </a:cubicBezTo>
                  <a:cubicBezTo>
                    <a:pt x="5579" y="1426"/>
                    <a:pt x="4576" y="1924"/>
                    <a:pt x="3562" y="2394"/>
                  </a:cubicBezTo>
                  <a:cubicBezTo>
                    <a:pt x="3411" y="2464"/>
                    <a:pt x="3259" y="2551"/>
                    <a:pt x="3049" y="2551"/>
                  </a:cubicBezTo>
                  <a:cubicBezTo>
                    <a:pt x="2987" y="2551"/>
                    <a:pt x="2920" y="2544"/>
                    <a:pt x="2846" y="2526"/>
                  </a:cubicBezTo>
                  <a:cubicBezTo>
                    <a:pt x="3512" y="2154"/>
                    <a:pt x="4097" y="1817"/>
                    <a:pt x="4693" y="1496"/>
                  </a:cubicBezTo>
                  <a:cubicBezTo>
                    <a:pt x="5490" y="1066"/>
                    <a:pt x="6259" y="591"/>
                    <a:pt x="7008" y="87"/>
                  </a:cubicBezTo>
                  <a:lnTo>
                    <a:pt x="7008" y="87"/>
                  </a:lnTo>
                  <a:cubicBezTo>
                    <a:pt x="6948" y="108"/>
                    <a:pt x="6890" y="118"/>
                    <a:pt x="6832" y="118"/>
                  </a:cubicBezTo>
                  <a:cubicBezTo>
                    <a:pt x="6760" y="118"/>
                    <a:pt x="6689" y="102"/>
                    <a:pt x="6618" y="69"/>
                  </a:cubicBezTo>
                  <a:cubicBezTo>
                    <a:pt x="6510" y="18"/>
                    <a:pt x="6392" y="0"/>
                    <a:pt x="627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8"/>
            <p:cNvSpPr/>
            <p:nvPr/>
          </p:nvSpPr>
          <p:spPr>
            <a:xfrm>
              <a:off x="6335575" y="3836900"/>
              <a:ext cx="156500" cy="80300"/>
            </a:xfrm>
            <a:custGeom>
              <a:rect b="b" l="l" r="r" t="t"/>
              <a:pathLst>
                <a:path extrusionOk="0" h="3212" w="6260">
                  <a:moveTo>
                    <a:pt x="2075" y="1"/>
                  </a:moveTo>
                  <a:cubicBezTo>
                    <a:pt x="1618" y="1"/>
                    <a:pt x="1152" y="47"/>
                    <a:pt x="680" y="125"/>
                  </a:cubicBezTo>
                  <a:cubicBezTo>
                    <a:pt x="620" y="135"/>
                    <a:pt x="561" y="155"/>
                    <a:pt x="505" y="177"/>
                  </a:cubicBezTo>
                  <a:cubicBezTo>
                    <a:pt x="88" y="337"/>
                    <a:pt x="1" y="709"/>
                    <a:pt x="325" y="987"/>
                  </a:cubicBezTo>
                  <a:cubicBezTo>
                    <a:pt x="488" y="1128"/>
                    <a:pt x="678" y="1239"/>
                    <a:pt x="842" y="1381"/>
                  </a:cubicBezTo>
                  <a:cubicBezTo>
                    <a:pt x="1649" y="2078"/>
                    <a:pt x="2600" y="2559"/>
                    <a:pt x="3594" y="2968"/>
                  </a:cubicBezTo>
                  <a:cubicBezTo>
                    <a:pt x="3987" y="3128"/>
                    <a:pt x="4398" y="3212"/>
                    <a:pt x="4823" y="3212"/>
                  </a:cubicBezTo>
                  <a:cubicBezTo>
                    <a:pt x="5012" y="3212"/>
                    <a:pt x="5204" y="3195"/>
                    <a:pt x="5399" y="3161"/>
                  </a:cubicBezTo>
                  <a:cubicBezTo>
                    <a:pt x="5736" y="3101"/>
                    <a:pt x="6044" y="2996"/>
                    <a:pt x="6260" y="2712"/>
                  </a:cubicBezTo>
                  <a:cubicBezTo>
                    <a:pt x="5411" y="2315"/>
                    <a:pt x="4496" y="2068"/>
                    <a:pt x="3624" y="1726"/>
                  </a:cubicBezTo>
                  <a:cubicBezTo>
                    <a:pt x="3174" y="1551"/>
                    <a:pt x="2723" y="1374"/>
                    <a:pt x="2275" y="1194"/>
                  </a:cubicBezTo>
                  <a:cubicBezTo>
                    <a:pt x="2255" y="1186"/>
                    <a:pt x="2246" y="1151"/>
                    <a:pt x="2219" y="1103"/>
                  </a:cubicBezTo>
                  <a:cubicBezTo>
                    <a:pt x="2271" y="1087"/>
                    <a:pt x="2321" y="1081"/>
                    <a:pt x="2369" y="1081"/>
                  </a:cubicBezTo>
                  <a:cubicBezTo>
                    <a:pt x="2455" y="1081"/>
                    <a:pt x="2536" y="1100"/>
                    <a:pt x="2613" y="1118"/>
                  </a:cubicBezTo>
                  <a:cubicBezTo>
                    <a:pt x="3190" y="1254"/>
                    <a:pt x="3764" y="1395"/>
                    <a:pt x="4340" y="1538"/>
                  </a:cubicBezTo>
                  <a:cubicBezTo>
                    <a:pt x="4942" y="1688"/>
                    <a:pt x="5507" y="1940"/>
                    <a:pt x="6123" y="2052"/>
                  </a:cubicBezTo>
                  <a:cubicBezTo>
                    <a:pt x="6090" y="1750"/>
                    <a:pt x="5926" y="1521"/>
                    <a:pt x="5678" y="1351"/>
                  </a:cubicBezTo>
                  <a:cubicBezTo>
                    <a:pt x="5344" y="1121"/>
                    <a:pt x="5014" y="886"/>
                    <a:pt x="4665" y="674"/>
                  </a:cubicBezTo>
                  <a:cubicBezTo>
                    <a:pt x="3855" y="185"/>
                    <a:pt x="2983" y="1"/>
                    <a:pt x="2075"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8"/>
            <p:cNvSpPr/>
            <p:nvPr/>
          </p:nvSpPr>
          <p:spPr>
            <a:xfrm>
              <a:off x="6144425" y="3996825"/>
              <a:ext cx="9150" cy="2375"/>
            </a:xfrm>
            <a:custGeom>
              <a:rect b="b" l="l" r="r" t="t"/>
              <a:pathLst>
                <a:path extrusionOk="0" h="95" w="366">
                  <a:moveTo>
                    <a:pt x="264" y="1"/>
                  </a:moveTo>
                  <a:cubicBezTo>
                    <a:pt x="172" y="1"/>
                    <a:pt x="85" y="36"/>
                    <a:pt x="0" y="85"/>
                  </a:cubicBezTo>
                  <a:cubicBezTo>
                    <a:pt x="31" y="92"/>
                    <a:pt x="61" y="95"/>
                    <a:pt x="91" y="95"/>
                  </a:cubicBezTo>
                  <a:cubicBezTo>
                    <a:pt x="187" y="95"/>
                    <a:pt x="278" y="64"/>
                    <a:pt x="366" y="15"/>
                  </a:cubicBezTo>
                  <a:cubicBezTo>
                    <a:pt x="331" y="5"/>
                    <a:pt x="297" y="1"/>
                    <a:pt x="264"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0" name="Google Shape;670;p28"/>
          <p:cNvSpPr/>
          <p:nvPr/>
        </p:nvSpPr>
        <p:spPr>
          <a:xfrm flipH="1">
            <a:off x="7541622" y="3261692"/>
            <a:ext cx="1348140" cy="854779"/>
          </a:xfrm>
          <a:custGeom>
            <a:rect b="b" l="l" r="r" t="t"/>
            <a:pathLst>
              <a:path extrusionOk="0" h="29613" w="46705">
                <a:moveTo>
                  <a:pt x="17962" y="0"/>
                </a:moveTo>
                <a:cubicBezTo>
                  <a:pt x="14983" y="0"/>
                  <a:pt x="12136" y="424"/>
                  <a:pt x="9650" y="1324"/>
                </a:cubicBezTo>
                <a:cubicBezTo>
                  <a:pt x="4406" y="3222"/>
                  <a:pt x="1303" y="6952"/>
                  <a:pt x="676" y="12113"/>
                </a:cubicBezTo>
                <a:cubicBezTo>
                  <a:pt x="0" y="17675"/>
                  <a:pt x="2943" y="22526"/>
                  <a:pt x="8960" y="25775"/>
                </a:cubicBezTo>
                <a:cubicBezTo>
                  <a:pt x="13691" y="28329"/>
                  <a:pt x="19708" y="29612"/>
                  <a:pt x="25244" y="29612"/>
                </a:cubicBezTo>
                <a:cubicBezTo>
                  <a:pt x="30592" y="29612"/>
                  <a:pt x="35493" y="28413"/>
                  <a:pt x="38345" y="26002"/>
                </a:cubicBezTo>
                <a:cubicBezTo>
                  <a:pt x="40789" y="23939"/>
                  <a:pt x="41508" y="21163"/>
                  <a:pt x="40427" y="17975"/>
                </a:cubicBezTo>
                <a:cubicBezTo>
                  <a:pt x="38004" y="10837"/>
                  <a:pt x="27935" y="7360"/>
                  <a:pt x="19609" y="7360"/>
                </a:cubicBezTo>
                <a:cubicBezTo>
                  <a:pt x="17351" y="7360"/>
                  <a:pt x="15221" y="7615"/>
                  <a:pt x="13407" y="8123"/>
                </a:cubicBezTo>
                <a:cubicBezTo>
                  <a:pt x="10678" y="8887"/>
                  <a:pt x="8610" y="10482"/>
                  <a:pt x="7735" y="12500"/>
                </a:cubicBezTo>
                <a:cubicBezTo>
                  <a:pt x="6968" y="14270"/>
                  <a:pt x="7123" y="16282"/>
                  <a:pt x="8182" y="18321"/>
                </a:cubicBezTo>
                <a:cubicBezTo>
                  <a:pt x="10484" y="22744"/>
                  <a:pt x="16743" y="25193"/>
                  <a:pt x="21833" y="26011"/>
                </a:cubicBezTo>
                <a:cubicBezTo>
                  <a:pt x="22583" y="26131"/>
                  <a:pt x="24558" y="26407"/>
                  <a:pt x="26852" y="26407"/>
                </a:cubicBezTo>
                <a:cubicBezTo>
                  <a:pt x="30287" y="26407"/>
                  <a:pt x="34437" y="25787"/>
                  <a:pt x="36264" y="23095"/>
                </a:cubicBezTo>
                <a:cubicBezTo>
                  <a:pt x="37079" y="21894"/>
                  <a:pt x="37323" y="20638"/>
                  <a:pt x="36989" y="19361"/>
                </a:cubicBezTo>
                <a:cubicBezTo>
                  <a:pt x="36204" y="16352"/>
                  <a:pt x="32487" y="14210"/>
                  <a:pt x="30926" y="13430"/>
                </a:cubicBezTo>
                <a:cubicBezTo>
                  <a:pt x="28134" y="12032"/>
                  <a:pt x="23847" y="10651"/>
                  <a:pt x="20055" y="10651"/>
                </a:cubicBezTo>
                <a:cubicBezTo>
                  <a:pt x="17958" y="10651"/>
                  <a:pt x="16012" y="11073"/>
                  <a:pt x="14553" y="12148"/>
                </a:cubicBezTo>
                <a:cubicBezTo>
                  <a:pt x="12618" y="13575"/>
                  <a:pt x="12291" y="15143"/>
                  <a:pt x="12356" y="16209"/>
                </a:cubicBezTo>
                <a:cubicBezTo>
                  <a:pt x="12470" y="18057"/>
                  <a:pt x="13846" y="19895"/>
                  <a:pt x="16034" y="21125"/>
                </a:cubicBezTo>
                <a:cubicBezTo>
                  <a:pt x="18100" y="22284"/>
                  <a:pt x="23607" y="23953"/>
                  <a:pt x="27449" y="23953"/>
                </a:cubicBezTo>
                <a:cubicBezTo>
                  <a:pt x="28630" y="23953"/>
                  <a:pt x="29654" y="23796"/>
                  <a:pt x="30372" y="23417"/>
                </a:cubicBezTo>
                <a:cubicBezTo>
                  <a:pt x="32152" y="22476"/>
                  <a:pt x="32539" y="21311"/>
                  <a:pt x="32549" y="20501"/>
                </a:cubicBezTo>
                <a:cubicBezTo>
                  <a:pt x="32574" y="18527"/>
                  <a:pt x="30539" y="16677"/>
                  <a:pt x="28787" y="15693"/>
                </a:cubicBezTo>
                <a:cubicBezTo>
                  <a:pt x="27561" y="15003"/>
                  <a:pt x="23308" y="13430"/>
                  <a:pt x="20017" y="13430"/>
                </a:cubicBezTo>
                <a:cubicBezTo>
                  <a:pt x="19229" y="13430"/>
                  <a:pt x="18496" y="13520"/>
                  <a:pt x="17873" y="13735"/>
                </a:cubicBezTo>
                <a:cubicBezTo>
                  <a:pt x="16999" y="14035"/>
                  <a:pt x="16403" y="14556"/>
                  <a:pt x="16099" y="15283"/>
                </a:cubicBezTo>
                <a:cubicBezTo>
                  <a:pt x="15816" y="15962"/>
                  <a:pt x="15792" y="17031"/>
                  <a:pt x="17289" y="18275"/>
                </a:cubicBezTo>
                <a:cubicBezTo>
                  <a:pt x="18956" y="19662"/>
                  <a:pt x="22099" y="20819"/>
                  <a:pt x="24252" y="20819"/>
                </a:cubicBezTo>
                <a:cubicBezTo>
                  <a:pt x="24937" y="20819"/>
                  <a:pt x="25522" y="20702"/>
                  <a:pt x="25926" y="20437"/>
                </a:cubicBezTo>
                <a:cubicBezTo>
                  <a:pt x="26257" y="20221"/>
                  <a:pt x="26767" y="19710"/>
                  <a:pt x="26477" y="18709"/>
                </a:cubicBezTo>
                <a:cubicBezTo>
                  <a:pt x="26260" y="17952"/>
                  <a:pt x="25342" y="17461"/>
                  <a:pt x="24623" y="17270"/>
                </a:cubicBezTo>
                <a:cubicBezTo>
                  <a:pt x="24332" y="17192"/>
                  <a:pt x="24055" y="17153"/>
                  <a:pt x="23801" y="17153"/>
                </a:cubicBezTo>
                <a:cubicBezTo>
                  <a:pt x="23326" y="17153"/>
                  <a:pt x="22928" y="17287"/>
                  <a:pt x="22658" y="17548"/>
                </a:cubicBezTo>
                <a:cubicBezTo>
                  <a:pt x="22470" y="17730"/>
                  <a:pt x="22465" y="18032"/>
                  <a:pt x="22648" y="18219"/>
                </a:cubicBezTo>
                <a:cubicBezTo>
                  <a:pt x="22741" y="18315"/>
                  <a:pt x="22865" y="18364"/>
                  <a:pt x="22989" y="18364"/>
                </a:cubicBezTo>
                <a:cubicBezTo>
                  <a:pt x="23108" y="18364"/>
                  <a:pt x="23227" y="18319"/>
                  <a:pt x="23319" y="18230"/>
                </a:cubicBezTo>
                <a:cubicBezTo>
                  <a:pt x="23395" y="18157"/>
                  <a:pt x="23564" y="18103"/>
                  <a:pt x="23804" y="18103"/>
                </a:cubicBezTo>
                <a:cubicBezTo>
                  <a:pt x="23966" y="18103"/>
                  <a:pt x="24159" y="18127"/>
                  <a:pt x="24378" y="18185"/>
                </a:cubicBezTo>
                <a:cubicBezTo>
                  <a:pt x="25031" y="18359"/>
                  <a:pt x="25494" y="18721"/>
                  <a:pt x="25566" y="18971"/>
                </a:cubicBezTo>
                <a:cubicBezTo>
                  <a:pt x="25704" y="19450"/>
                  <a:pt x="25511" y="19575"/>
                  <a:pt x="25408" y="19643"/>
                </a:cubicBezTo>
                <a:cubicBezTo>
                  <a:pt x="25173" y="19796"/>
                  <a:pt x="24787" y="19868"/>
                  <a:pt x="24305" y="19868"/>
                </a:cubicBezTo>
                <a:cubicBezTo>
                  <a:pt x="22566" y="19868"/>
                  <a:pt x="19572" y="18940"/>
                  <a:pt x="17896" y="17547"/>
                </a:cubicBezTo>
                <a:cubicBezTo>
                  <a:pt x="17315" y="17063"/>
                  <a:pt x="16685" y="16344"/>
                  <a:pt x="16975" y="15648"/>
                </a:cubicBezTo>
                <a:cubicBezTo>
                  <a:pt x="17172" y="15176"/>
                  <a:pt x="17567" y="14842"/>
                  <a:pt x="18181" y="14632"/>
                </a:cubicBezTo>
                <a:cubicBezTo>
                  <a:pt x="18694" y="14456"/>
                  <a:pt x="19315" y="14381"/>
                  <a:pt x="19994" y="14381"/>
                </a:cubicBezTo>
                <a:cubicBezTo>
                  <a:pt x="22970" y="14381"/>
                  <a:pt x="27081" y="15823"/>
                  <a:pt x="28323" y="16521"/>
                </a:cubicBezTo>
                <a:cubicBezTo>
                  <a:pt x="29915" y="17415"/>
                  <a:pt x="31620" y="19038"/>
                  <a:pt x="31601" y="20489"/>
                </a:cubicBezTo>
                <a:cubicBezTo>
                  <a:pt x="31590" y="21295"/>
                  <a:pt x="31027" y="21997"/>
                  <a:pt x="29930" y="22579"/>
                </a:cubicBezTo>
                <a:cubicBezTo>
                  <a:pt x="29341" y="22890"/>
                  <a:pt x="28483" y="23020"/>
                  <a:pt x="27476" y="23020"/>
                </a:cubicBezTo>
                <a:cubicBezTo>
                  <a:pt x="23883" y="23020"/>
                  <a:pt x="18394" y="21360"/>
                  <a:pt x="16500" y="20297"/>
                </a:cubicBezTo>
                <a:cubicBezTo>
                  <a:pt x="14621" y="19243"/>
                  <a:pt x="13395" y="17653"/>
                  <a:pt x="13304" y="16150"/>
                </a:cubicBezTo>
                <a:cubicBezTo>
                  <a:pt x="13230" y="14961"/>
                  <a:pt x="13857" y="13842"/>
                  <a:pt x="15117" y="12912"/>
                </a:cubicBezTo>
                <a:cubicBezTo>
                  <a:pt x="16392" y="11973"/>
                  <a:pt x="18130" y="11603"/>
                  <a:pt x="20024" y="11603"/>
                </a:cubicBezTo>
                <a:cubicBezTo>
                  <a:pt x="23668" y="11603"/>
                  <a:pt x="27890" y="12971"/>
                  <a:pt x="30502" y="14279"/>
                </a:cubicBezTo>
                <a:cubicBezTo>
                  <a:pt x="31630" y="14842"/>
                  <a:pt x="35365" y="16894"/>
                  <a:pt x="36073" y="19602"/>
                </a:cubicBezTo>
                <a:cubicBezTo>
                  <a:pt x="36337" y="20616"/>
                  <a:pt x="36144" y="21585"/>
                  <a:pt x="35480" y="22563"/>
                </a:cubicBezTo>
                <a:cubicBezTo>
                  <a:pt x="34020" y="24715"/>
                  <a:pt x="30475" y="25468"/>
                  <a:pt x="26805" y="25468"/>
                </a:cubicBezTo>
                <a:cubicBezTo>
                  <a:pt x="25165" y="25468"/>
                  <a:pt x="23500" y="25318"/>
                  <a:pt x="21985" y="25075"/>
                </a:cubicBezTo>
                <a:cubicBezTo>
                  <a:pt x="17122" y="24294"/>
                  <a:pt x="11163" y="21995"/>
                  <a:pt x="9025" y="17883"/>
                </a:cubicBezTo>
                <a:cubicBezTo>
                  <a:pt x="8101" y="16107"/>
                  <a:pt x="7957" y="14377"/>
                  <a:pt x="8606" y="12877"/>
                </a:cubicBezTo>
                <a:cubicBezTo>
                  <a:pt x="9367" y="11124"/>
                  <a:pt x="11210" y="9725"/>
                  <a:pt x="13664" y="9037"/>
                </a:cubicBezTo>
                <a:cubicBezTo>
                  <a:pt x="15380" y="8557"/>
                  <a:pt x="17389" y="8319"/>
                  <a:pt x="19517" y="8319"/>
                </a:cubicBezTo>
                <a:cubicBezTo>
                  <a:pt x="27552" y="8319"/>
                  <a:pt x="37299" y="11712"/>
                  <a:pt x="39530" y="18282"/>
                </a:cubicBezTo>
                <a:cubicBezTo>
                  <a:pt x="40489" y="21108"/>
                  <a:pt x="39885" y="23462"/>
                  <a:pt x="37733" y="25278"/>
                </a:cubicBezTo>
                <a:cubicBezTo>
                  <a:pt x="35083" y="27519"/>
                  <a:pt x="30402" y="28630"/>
                  <a:pt x="25274" y="28630"/>
                </a:cubicBezTo>
                <a:cubicBezTo>
                  <a:pt x="19862" y="28630"/>
                  <a:pt x="13954" y="27392"/>
                  <a:pt x="9412" y="24940"/>
                </a:cubicBezTo>
                <a:cubicBezTo>
                  <a:pt x="5413" y="22783"/>
                  <a:pt x="818" y="18824"/>
                  <a:pt x="1618" y="12229"/>
                </a:cubicBezTo>
                <a:cubicBezTo>
                  <a:pt x="2352" y="6187"/>
                  <a:pt x="6566" y="3449"/>
                  <a:pt x="9972" y="2216"/>
                </a:cubicBezTo>
                <a:cubicBezTo>
                  <a:pt x="12375" y="1347"/>
                  <a:pt x="15126" y="936"/>
                  <a:pt x="18006" y="936"/>
                </a:cubicBezTo>
                <a:cubicBezTo>
                  <a:pt x="25801" y="936"/>
                  <a:pt x="34543" y="3941"/>
                  <a:pt x="39878" y="8966"/>
                </a:cubicBezTo>
                <a:cubicBezTo>
                  <a:pt x="42883" y="11796"/>
                  <a:pt x="46076" y="16489"/>
                  <a:pt x="44216" y="22781"/>
                </a:cubicBezTo>
                <a:cubicBezTo>
                  <a:pt x="44142" y="23033"/>
                  <a:pt x="44286" y="23297"/>
                  <a:pt x="44536" y="23372"/>
                </a:cubicBezTo>
                <a:cubicBezTo>
                  <a:pt x="44580" y="23385"/>
                  <a:pt x="44625" y="23391"/>
                  <a:pt x="44670" y="23391"/>
                </a:cubicBezTo>
                <a:cubicBezTo>
                  <a:pt x="44875" y="23391"/>
                  <a:pt x="45064" y="23257"/>
                  <a:pt x="45125" y="23050"/>
                </a:cubicBezTo>
                <a:cubicBezTo>
                  <a:pt x="46704" y="17703"/>
                  <a:pt x="45116" y="12596"/>
                  <a:pt x="40529" y="8275"/>
                </a:cubicBezTo>
                <a:cubicBezTo>
                  <a:pt x="35028" y="3095"/>
                  <a:pt x="26010" y="0"/>
                  <a:pt x="179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8"/>
          <p:cNvSpPr/>
          <p:nvPr/>
        </p:nvSpPr>
        <p:spPr>
          <a:xfrm flipH="1" rot="10800000">
            <a:off x="304792" y="472961"/>
            <a:ext cx="1447271" cy="854763"/>
          </a:xfrm>
          <a:custGeom>
            <a:rect b="b" l="l" r="r" t="t"/>
            <a:pathLst>
              <a:path extrusionOk="0" h="29615" w="46705">
                <a:moveTo>
                  <a:pt x="17961" y="1"/>
                </a:moveTo>
                <a:cubicBezTo>
                  <a:pt x="14981" y="1"/>
                  <a:pt x="12135" y="425"/>
                  <a:pt x="9649" y="1325"/>
                </a:cubicBezTo>
                <a:cubicBezTo>
                  <a:pt x="4405" y="3223"/>
                  <a:pt x="1302" y="6955"/>
                  <a:pt x="675" y="12116"/>
                </a:cubicBezTo>
                <a:cubicBezTo>
                  <a:pt x="1" y="17676"/>
                  <a:pt x="2942" y="22527"/>
                  <a:pt x="8960" y="25776"/>
                </a:cubicBezTo>
                <a:cubicBezTo>
                  <a:pt x="13690" y="28330"/>
                  <a:pt x="19706" y="29615"/>
                  <a:pt x="25243" y="29615"/>
                </a:cubicBezTo>
                <a:cubicBezTo>
                  <a:pt x="30593" y="29615"/>
                  <a:pt x="35494" y="28415"/>
                  <a:pt x="38346" y="26005"/>
                </a:cubicBezTo>
                <a:cubicBezTo>
                  <a:pt x="40790" y="23941"/>
                  <a:pt x="41509" y="21165"/>
                  <a:pt x="40428" y="17979"/>
                </a:cubicBezTo>
                <a:cubicBezTo>
                  <a:pt x="38003" y="10839"/>
                  <a:pt x="27935" y="7362"/>
                  <a:pt x="19610" y="7362"/>
                </a:cubicBezTo>
                <a:cubicBezTo>
                  <a:pt x="17352" y="7362"/>
                  <a:pt x="15222" y="7618"/>
                  <a:pt x="13408" y="8126"/>
                </a:cubicBezTo>
                <a:cubicBezTo>
                  <a:pt x="10677" y="8890"/>
                  <a:pt x="8610" y="10484"/>
                  <a:pt x="7736" y="12501"/>
                </a:cubicBezTo>
                <a:cubicBezTo>
                  <a:pt x="6969" y="14273"/>
                  <a:pt x="7124" y="16285"/>
                  <a:pt x="8183" y="18323"/>
                </a:cubicBezTo>
                <a:cubicBezTo>
                  <a:pt x="10485" y="22747"/>
                  <a:pt x="16744" y="25196"/>
                  <a:pt x="21833" y="26013"/>
                </a:cubicBezTo>
                <a:cubicBezTo>
                  <a:pt x="22585" y="26133"/>
                  <a:pt x="24559" y="26410"/>
                  <a:pt x="26853" y="26410"/>
                </a:cubicBezTo>
                <a:cubicBezTo>
                  <a:pt x="30288" y="26410"/>
                  <a:pt x="34438" y="25790"/>
                  <a:pt x="36264" y="23097"/>
                </a:cubicBezTo>
                <a:cubicBezTo>
                  <a:pt x="37080" y="21896"/>
                  <a:pt x="37323" y="20640"/>
                  <a:pt x="36990" y="19364"/>
                </a:cubicBezTo>
                <a:cubicBezTo>
                  <a:pt x="36204" y="16353"/>
                  <a:pt x="32488" y="14211"/>
                  <a:pt x="30926" y="13430"/>
                </a:cubicBezTo>
                <a:cubicBezTo>
                  <a:pt x="28133" y="12034"/>
                  <a:pt x="23846" y="10652"/>
                  <a:pt x="20054" y="10652"/>
                </a:cubicBezTo>
                <a:cubicBezTo>
                  <a:pt x="17957" y="10652"/>
                  <a:pt x="16012" y="11074"/>
                  <a:pt x="14554" y="12149"/>
                </a:cubicBezTo>
                <a:cubicBezTo>
                  <a:pt x="12619" y="13576"/>
                  <a:pt x="12290" y="15145"/>
                  <a:pt x="12357" y="16209"/>
                </a:cubicBezTo>
                <a:cubicBezTo>
                  <a:pt x="12470" y="18059"/>
                  <a:pt x="13846" y="19896"/>
                  <a:pt x="16035" y="21125"/>
                </a:cubicBezTo>
                <a:cubicBezTo>
                  <a:pt x="18100" y="22285"/>
                  <a:pt x="23607" y="23955"/>
                  <a:pt x="27448" y="23955"/>
                </a:cubicBezTo>
                <a:cubicBezTo>
                  <a:pt x="28629" y="23955"/>
                  <a:pt x="29653" y="23797"/>
                  <a:pt x="30371" y="23417"/>
                </a:cubicBezTo>
                <a:cubicBezTo>
                  <a:pt x="32152" y="22478"/>
                  <a:pt x="32538" y="21314"/>
                  <a:pt x="32549" y="20502"/>
                </a:cubicBezTo>
                <a:cubicBezTo>
                  <a:pt x="32574" y="18528"/>
                  <a:pt x="30539" y="16678"/>
                  <a:pt x="28788" y="15694"/>
                </a:cubicBezTo>
                <a:cubicBezTo>
                  <a:pt x="27562" y="15005"/>
                  <a:pt x="23306" y="13431"/>
                  <a:pt x="20015" y="13431"/>
                </a:cubicBezTo>
                <a:cubicBezTo>
                  <a:pt x="19227" y="13431"/>
                  <a:pt x="18494" y="13521"/>
                  <a:pt x="17871" y="13736"/>
                </a:cubicBezTo>
                <a:cubicBezTo>
                  <a:pt x="16999" y="14038"/>
                  <a:pt x="16404" y="14558"/>
                  <a:pt x="16100" y="15285"/>
                </a:cubicBezTo>
                <a:cubicBezTo>
                  <a:pt x="15816" y="15963"/>
                  <a:pt x="15793" y="17032"/>
                  <a:pt x="17289" y="18276"/>
                </a:cubicBezTo>
                <a:cubicBezTo>
                  <a:pt x="18957" y="19663"/>
                  <a:pt x="22099" y="20821"/>
                  <a:pt x="24251" y="20821"/>
                </a:cubicBezTo>
                <a:cubicBezTo>
                  <a:pt x="24937" y="20821"/>
                  <a:pt x="25522" y="20703"/>
                  <a:pt x="25927" y="20438"/>
                </a:cubicBezTo>
                <a:cubicBezTo>
                  <a:pt x="26255" y="20223"/>
                  <a:pt x="26766" y="19711"/>
                  <a:pt x="26477" y="18710"/>
                </a:cubicBezTo>
                <a:cubicBezTo>
                  <a:pt x="26259" y="17954"/>
                  <a:pt x="25341" y="17462"/>
                  <a:pt x="24622" y="17270"/>
                </a:cubicBezTo>
                <a:cubicBezTo>
                  <a:pt x="24333" y="17193"/>
                  <a:pt x="24057" y="17155"/>
                  <a:pt x="23804" y="17155"/>
                </a:cubicBezTo>
                <a:cubicBezTo>
                  <a:pt x="23327" y="17155"/>
                  <a:pt x="22929" y="17289"/>
                  <a:pt x="22659" y="17551"/>
                </a:cubicBezTo>
                <a:cubicBezTo>
                  <a:pt x="22471" y="17732"/>
                  <a:pt x="22466" y="18033"/>
                  <a:pt x="22647" y="18221"/>
                </a:cubicBezTo>
                <a:cubicBezTo>
                  <a:pt x="22741" y="18317"/>
                  <a:pt x="22865" y="18366"/>
                  <a:pt x="22989" y="18366"/>
                </a:cubicBezTo>
                <a:cubicBezTo>
                  <a:pt x="23108" y="18366"/>
                  <a:pt x="23227" y="18321"/>
                  <a:pt x="23320" y="18231"/>
                </a:cubicBezTo>
                <a:cubicBezTo>
                  <a:pt x="23395" y="18158"/>
                  <a:pt x="23563" y="18104"/>
                  <a:pt x="23803" y="18104"/>
                </a:cubicBezTo>
                <a:cubicBezTo>
                  <a:pt x="23964" y="18104"/>
                  <a:pt x="24159" y="18129"/>
                  <a:pt x="24379" y="18188"/>
                </a:cubicBezTo>
                <a:cubicBezTo>
                  <a:pt x="25029" y="18361"/>
                  <a:pt x="25493" y="18723"/>
                  <a:pt x="25567" y="18974"/>
                </a:cubicBezTo>
                <a:cubicBezTo>
                  <a:pt x="25703" y="19451"/>
                  <a:pt x="25511" y="19577"/>
                  <a:pt x="25408" y="19644"/>
                </a:cubicBezTo>
                <a:cubicBezTo>
                  <a:pt x="25174" y="19797"/>
                  <a:pt x="24787" y="19869"/>
                  <a:pt x="24304" y="19869"/>
                </a:cubicBezTo>
                <a:cubicBezTo>
                  <a:pt x="22565" y="19869"/>
                  <a:pt x="19572" y="18941"/>
                  <a:pt x="17895" y="17547"/>
                </a:cubicBezTo>
                <a:cubicBezTo>
                  <a:pt x="17316" y="17065"/>
                  <a:pt x="16685" y="16345"/>
                  <a:pt x="16974" y="15651"/>
                </a:cubicBezTo>
                <a:cubicBezTo>
                  <a:pt x="17173" y="15177"/>
                  <a:pt x="17566" y="14845"/>
                  <a:pt x="18180" y="14633"/>
                </a:cubicBezTo>
                <a:cubicBezTo>
                  <a:pt x="18693" y="14456"/>
                  <a:pt x="19314" y="14381"/>
                  <a:pt x="19994" y="14381"/>
                </a:cubicBezTo>
                <a:cubicBezTo>
                  <a:pt x="22969" y="14381"/>
                  <a:pt x="27081" y="15824"/>
                  <a:pt x="28322" y="16521"/>
                </a:cubicBezTo>
                <a:cubicBezTo>
                  <a:pt x="29915" y="17416"/>
                  <a:pt x="31620" y="19040"/>
                  <a:pt x="31600" y="20490"/>
                </a:cubicBezTo>
                <a:cubicBezTo>
                  <a:pt x="31590" y="21296"/>
                  <a:pt x="31028" y="22000"/>
                  <a:pt x="29929" y="22580"/>
                </a:cubicBezTo>
                <a:cubicBezTo>
                  <a:pt x="29340" y="22891"/>
                  <a:pt x="28482" y="23021"/>
                  <a:pt x="27475" y="23021"/>
                </a:cubicBezTo>
                <a:cubicBezTo>
                  <a:pt x="23882" y="23021"/>
                  <a:pt x="18393" y="21362"/>
                  <a:pt x="16500" y="20298"/>
                </a:cubicBezTo>
                <a:cubicBezTo>
                  <a:pt x="14620" y="19244"/>
                  <a:pt x="13396" y="17654"/>
                  <a:pt x="13303" y="16151"/>
                </a:cubicBezTo>
                <a:cubicBezTo>
                  <a:pt x="13229" y="14962"/>
                  <a:pt x="13856" y="13842"/>
                  <a:pt x="15117" y="12913"/>
                </a:cubicBezTo>
                <a:cubicBezTo>
                  <a:pt x="16392" y="11974"/>
                  <a:pt x="18130" y="11604"/>
                  <a:pt x="20024" y="11604"/>
                </a:cubicBezTo>
                <a:cubicBezTo>
                  <a:pt x="23668" y="11604"/>
                  <a:pt x="27890" y="12972"/>
                  <a:pt x="30503" y="14279"/>
                </a:cubicBezTo>
                <a:cubicBezTo>
                  <a:pt x="31630" y="14843"/>
                  <a:pt x="35365" y="16895"/>
                  <a:pt x="36072" y="19604"/>
                </a:cubicBezTo>
                <a:cubicBezTo>
                  <a:pt x="36338" y="20618"/>
                  <a:pt x="36144" y="21586"/>
                  <a:pt x="35480" y="22565"/>
                </a:cubicBezTo>
                <a:cubicBezTo>
                  <a:pt x="34021" y="24716"/>
                  <a:pt x="30475" y="25469"/>
                  <a:pt x="26805" y="25469"/>
                </a:cubicBezTo>
                <a:cubicBezTo>
                  <a:pt x="25164" y="25469"/>
                  <a:pt x="23499" y="25319"/>
                  <a:pt x="21983" y="25076"/>
                </a:cubicBezTo>
                <a:cubicBezTo>
                  <a:pt x="17121" y="24295"/>
                  <a:pt x="11164" y="21996"/>
                  <a:pt x="9025" y="17884"/>
                </a:cubicBezTo>
                <a:cubicBezTo>
                  <a:pt x="8101" y="16109"/>
                  <a:pt x="7956" y="14378"/>
                  <a:pt x="8607" y="12880"/>
                </a:cubicBezTo>
                <a:cubicBezTo>
                  <a:pt x="9366" y="11125"/>
                  <a:pt x="11209" y="9725"/>
                  <a:pt x="13663" y="9038"/>
                </a:cubicBezTo>
                <a:cubicBezTo>
                  <a:pt x="15380" y="8558"/>
                  <a:pt x="17388" y="8320"/>
                  <a:pt x="19517" y="8320"/>
                </a:cubicBezTo>
                <a:cubicBezTo>
                  <a:pt x="27552" y="8320"/>
                  <a:pt x="37299" y="11713"/>
                  <a:pt x="39529" y="18283"/>
                </a:cubicBezTo>
                <a:cubicBezTo>
                  <a:pt x="40488" y="21109"/>
                  <a:pt x="39884" y="23462"/>
                  <a:pt x="37734" y="25281"/>
                </a:cubicBezTo>
                <a:cubicBezTo>
                  <a:pt x="35083" y="27521"/>
                  <a:pt x="30401" y="28631"/>
                  <a:pt x="25274" y="28631"/>
                </a:cubicBezTo>
                <a:cubicBezTo>
                  <a:pt x="19861" y="28631"/>
                  <a:pt x="13953" y="27394"/>
                  <a:pt x="9411" y="24942"/>
                </a:cubicBezTo>
                <a:cubicBezTo>
                  <a:pt x="5412" y="22784"/>
                  <a:pt x="817" y="18825"/>
                  <a:pt x="1617" y="12229"/>
                </a:cubicBezTo>
                <a:cubicBezTo>
                  <a:pt x="2351" y="6187"/>
                  <a:pt x="6565" y="3450"/>
                  <a:pt x="9971" y="2217"/>
                </a:cubicBezTo>
                <a:cubicBezTo>
                  <a:pt x="12373" y="1348"/>
                  <a:pt x="15124" y="938"/>
                  <a:pt x="18004" y="938"/>
                </a:cubicBezTo>
                <a:cubicBezTo>
                  <a:pt x="25800" y="938"/>
                  <a:pt x="34542" y="3942"/>
                  <a:pt x="39877" y="8966"/>
                </a:cubicBezTo>
                <a:cubicBezTo>
                  <a:pt x="42882" y="11797"/>
                  <a:pt x="46074" y="16491"/>
                  <a:pt x="44214" y="22784"/>
                </a:cubicBezTo>
                <a:cubicBezTo>
                  <a:pt x="44141" y="23034"/>
                  <a:pt x="44285" y="23297"/>
                  <a:pt x="44535" y="23372"/>
                </a:cubicBezTo>
                <a:cubicBezTo>
                  <a:pt x="44579" y="23385"/>
                  <a:pt x="44624" y="23392"/>
                  <a:pt x="44668" y="23392"/>
                </a:cubicBezTo>
                <a:cubicBezTo>
                  <a:pt x="44873" y="23392"/>
                  <a:pt x="45063" y="23258"/>
                  <a:pt x="45124" y="23052"/>
                </a:cubicBezTo>
                <a:cubicBezTo>
                  <a:pt x="46705" y="17706"/>
                  <a:pt x="45115" y="12596"/>
                  <a:pt x="40528" y="8278"/>
                </a:cubicBezTo>
                <a:cubicBezTo>
                  <a:pt x="35026" y="3096"/>
                  <a:pt x="26008" y="1"/>
                  <a:pt x="179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 name="Google Shape;672;p28"/>
          <p:cNvGrpSpPr/>
          <p:nvPr/>
        </p:nvGrpSpPr>
        <p:grpSpPr>
          <a:xfrm rot="10800000">
            <a:off x="2123606" y="791858"/>
            <a:ext cx="475313" cy="216991"/>
            <a:chOff x="5915750" y="2013050"/>
            <a:chExt cx="307050" cy="140175"/>
          </a:xfrm>
        </p:grpSpPr>
        <p:sp>
          <p:nvSpPr>
            <p:cNvPr id="673" name="Google Shape;673;p28"/>
            <p:cNvSpPr/>
            <p:nvPr/>
          </p:nvSpPr>
          <p:spPr>
            <a:xfrm>
              <a:off x="6003075" y="2013050"/>
              <a:ext cx="96500" cy="84775"/>
            </a:xfrm>
            <a:custGeom>
              <a:rect b="b" l="l" r="r" t="t"/>
              <a:pathLst>
                <a:path extrusionOk="0" h="3391" w="3860">
                  <a:moveTo>
                    <a:pt x="2231" y="1"/>
                  </a:moveTo>
                  <a:cubicBezTo>
                    <a:pt x="2181" y="1"/>
                    <a:pt x="2133" y="3"/>
                    <a:pt x="2084" y="8"/>
                  </a:cubicBezTo>
                  <a:cubicBezTo>
                    <a:pt x="1874" y="32"/>
                    <a:pt x="1694" y="99"/>
                    <a:pt x="1529" y="190"/>
                  </a:cubicBezTo>
                  <a:cubicBezTo>
                    <a:pt x="618" y="491"/>
                    <a:pt x="1" y="1573"/>
                    <a:pt x="553" y="2534"/>
                  </a:cubicBezTo>
                  <a:cubicBezTo>
                    <a:pt x="854" y="3056"/>
                    <a:pt x="1466" y="3390"/>
                    <a:pt x="2067" y="3390"/>
                  </a:cubicBezTo>
                  <a:cubicBezTo>
                    <a:pt x="2083" y="3390"/>
                    <a:pt x="2099" y="3390"/>
                    <a:pt x="2114" y="3390"/>
                  </a:cubicBezTo>
                  <a:cubicBezTo>
                    <a:pt x="2795" y="3371"/>
                    <a:pt x="3369" y="2934"/>
                    <a:pt x="3607" y="2304"/>
                  </a:cubicBezTo>
                  <a:cubicBezTo>
                    <a:pt x="3859" y="1637"/>
                    <a:pt x="3711" y="859"/>
                    <a:pt x="3187" y="360"/>
                  </a:cubicBezTo>
                  <a:cubicBezTo>
                    <a:pt x="2939" y="123"/>
                    <a:pt x="2575" y="1"/>
                    <a:pt x="22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8"/>
            <p:cNvSpPr/>
            <p:nvPr/>
          </p:nvSpPr>
          <p:spPr>
            <a:xfrm>
              <a:off x="6162725" y="2023725"/>
              <a:ext cx="60075" cy="53625"/>
            </a:xfrm>
            <a:custGeom>
              <a:rect b="b" l="l" r="r" t="t"/>
              <a:pathLst>
                <a:path extrusionOk="0" h="2145" w="2403">
                  <a:moveTo>
                    <a:pt x="1203" y="1"/>
                  </a:moveTo>
                  <a:cubicBezTo>
                    <a:pt x="838" y="1"/>
                    <a:pt x="470" y="225"/>
                    <a:pt x="327" y="566"/>
                  </a:cubicBezTo>
                  <a:cubicBezTo>
                    <a:pt x="74" y="869"/>
                    <a:pt x="1" y="1310"/>
                    <a:pt x="234" y="1663"/>
                  </a:cubicBezTo>
                  <a:cubicBezTo>
                    <a:pt x="447" y="1989"/>
                    <a:pt x="775" y="2144"/>
                    <a:pt x="1103" y="2144"/>
                  </a:cubicBezTo>
                  <a:cubicBezTo>
                    <a:pt x="1466" y="2144"/>
                    <a:pt x="1830" y="1955"/>
                    <a:pt x="2042" y="1595"/>
                  </a:cubicBezTo>
                  <a:cubicBezTo>
                    <a:pt x="2403" y="981"/>
                    <a:pt x="2117" y="194"/>
                    <a:pt x="1400" y="24"/>
                  </a:cubicBezTo>
                  <a:cubicBezTo>
                    <a:pt x="1335" y="8"/>
                    <a:pt x="1269" y="1"/>
                    <a:pt x="12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8"/>
            <p:cNvSpPr/>
            <p:nvPr/>
          </p:nvSpPr>
          <p:spPr>
            <a:xfrm>
              <a:off x="5915750" y="2106450"/>
              <a:ext cx="62175" cy="46775"/>
            </a:xfrm>
            <a:custGeom>
              <a:rect b="b" l="l" r="r" t="t"/>
              <a:pathLst>
                <a:path extrusionOk="0" h="1871" w="2487">
                  <a:moveTo>
                    <a:pt x="1204" y="1"/>
                  </a:moveTo>
                  <a:cubicBezTo>
                    <a:pt x="1" y="1"/>
                    <a:pt x="78" y="1871"/>
                    <a:pt x="1282" y="1871"/>
                  </a:cubicBezTo>
                  <a:cubicBezTo>
                    <a:pt x="2486" y="1871"/>
                    <a:pt x="2408" y="1"/>
                    <a:pt x="12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28"/>
          <p:cNvGrpSpPr/>
          <p:nvPr/>
        </p:nvGrpSpPr>
        <p:grpSpPr>
          <a:xfrm rot="6535493">
            <a:off x="3173724" y="3892587"/>
            <a:ext cx="918423" cy="427198"/>
            <a:chOff x="2204475" y="3227100"/>
            <a:chExt cx="461600" cy="214700"/>
          </a:xfrm>
        </p:grpSpPr>
        <p:sp>
          <p:nvSpPr>
            <p:cNvPr id="677" name="Google Shape;677;p28"/>
            <p:cNvSpPr/>
            <p:nvPr/>
          </p:nvSpPr>
          <p:spPr>
            <a:xfrm>
              <a:off x="2317000" y="3227100"/>
              <a:ext cx="136925" cy="101350"/>
            </a:xfrm>
            <a:custGeom>
              <a:rect b="b" l="l" r="r" t="t"/>
              <a:pathLst>
                <a:path extrusionOk="0" h="4054" w="5477">
                  <a:moveTo>
                    <a:pt x="2734" y="0"/>
                  </a:moveTo>
                  <a:cubicBezTo>
                    <a:pt x="2716" y="0"/>
                    <a:pt x="2699" y="0"/>
                    <a:pt x="2681" y="1"/>
                  </a:cubicBezTo>
                  <a:cubicBezTo>
                    <a:pt x="1834" y="7"/>
                    <a:pt x="950" y="263"/>
                    <a:pt x="479" y="1023"/>
                  </a:cubicBezTo>
                  <a:cubicBezTo>
                    <a:pt x="0" y="1796"/>
                    <a:pt x="151" y="2770"/>
                    <a:pt x="840" y="3349"/>
                  </a:cubicBezTo>
                  <a:cubicBezTo>
                    <a:pt x="1376" y="3797"/>
                    <a:pt x="2125" y="4053"/>
                    <a:pt x="2835" y="4053"/>
                  </a:cubicBezTo>
                  <a:cubicBezTo>
                    <a:pt x="3488" y="4053"/>
                    <a:pt x="4108" y="3836"/>
                    <a:pt x="4496" y="3352"/>
                  </a:cubicBezTo>
                  <a:cubicBezTo>
                    <a:pt x="4756" y="3293"/>
                    <a:pt x="5013" y="3120"/>
                    <a:pt x="5127" y="2890"/>
                  </a:cubicBezTo>
                  <a:cubicBezTo>
                    <a:pt x="5477" y="2178"/>
                    <a:pt x="5395" y="1373"/>
                    <a:pt x="4851" y="773"/>
                  </a:cubicBezTo>
                  <a:cubicBezTo>
                    <a:pt x="4318" y="181"/>
                    <a:pt x="3503" y="0"/>
                    <a:pt x="2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8"/>
            <p:cNvSpPr/>
            <p:nvPr/>
          </p:nvSpPr>
          <p:spPr>
            <a:xfrm>
              <a:off x="2511000" y="3326925"/>
              <a:ext cx="72800" cy="70000"/>
            </a:xfrm>
            <a:custGeom>
              <a:rect b="b" l="l" r="r" t="t"/>
              <a:pathLst>
                <a:path extrusionOk="0" h="2800" w="2912">
                  <a:moveTo>
                    <a:pt x="1501" y="0"/>
                  </a:moveTo>
                  <a:cubicBezTo>
                    <a:pt x="1344" y="0"/>
                    <a:pt x="1185" y="31"/>
                    <a:pt x="1031" y="96"/>
                  </a:cubicBezTo>
                  <a:cubicBezTo>
                    <a:pt x="833" y="180"/>
                    <a:pt x="666" y="315"/>
                    <a:pt x="538" y="480"/>
                  </a:cubicBezTo>
                  <a:cubicBezTo>
                    <a:pt x="473" y="538"/>
                    <a:pt x="411" y="603"/>
                    <a:pt x="354" y="677"/>
                  </a:cubicBezTo>
                  <a:cubicBezTo>
                    <a:pt x="69" y="1045"/>
                    <a:pt x="1" y="1467"/>
                    <a:pt x="101" y="1918"/>
                  </a:cubicBezTo>
                  <a:cubicBezTo>
                    <a:pt x="156" y="2168"/>
                    <a:pt x="334" y="2388"/>
                    <a:pt x="529" y="2540"/>
                  </a:cubicBezTo>
                  <a:cubicBezTo>
                    <a:pt x="745" y="2707"/>
                    <a:pt x="980" y="2787"/>
                    <a:pt x="1257" y="2799"/>
                  </a:cubicBezTo>
                  <a:cubicBezTo>
                    <a:pt x="1274" y="2799"/>
                    <a:pt x="1292" y="2800"/>
                    <a:pt x="1310" y="2800"/>
                  </a:cubicBezTo>
                  <a:cubicBezTo>
                    <a:pt x="1761" y="2800"/>
                    <a:pt x="2151" y="2576"/>
                    <a:pt x="2411" y="2246"/>
                  </a:cubicBezTo>
                  <a:cubicBezTo>
                    <a:pt x="2473" y="2208"/>
                    <a:pt x="2531" y="2163"/>
                    <a:pt x="2588" y="2108"/>
                  </a:cubicBezTo>
                  <a:cubicBezTo>
                    <a:pt x="2870" y="1826"/>
                    <a:pt x="2911" y="1481"/>
                    <a:pt x="2851" y="1107"/>
                  </a:cubicBezTo>
                  <a:lnTo>
                    <a:pt x="2853" y="1107"/>
                  </a:lnTo>
                  <a:cubicBezTo>
                    <a:pt x="2811" y="850"/>
                    <a:pt x="2636" y="603"/>
                    <a:pt x="2429" y="430"/>
                  </a:cubicBezTo>
                  <a:cubicBezTo>
                    <a:pt x="2192" y="155"/>
                    <a:pt x="1852" y="0"/>
                    <a:pt x="1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8"/>
            <p:cNvSpPr/>
            <p:nvPr/>
          </p:nvSpPr>
          <p:spPr>
            <a:xfrm>
              <a:off x="2618600" y="3395000"/>
              <a:ext cx="47475" cy="46800"/>
            </a:xfrm>
            <a:custGeom>
              <a:rect b="b" l="l" r="r" t="t"/>
              <a:pathLst>
                <a:path extrusionOk="0" h="1872" w="1899">
                  <a:moveTo>
                    <a:pt x="975" y="1"/>
                  </a:moveTo>
                  <a:cubicBezTo>
                    <a:pt x="861" y="1"/>
                    <a:pt x="751" y="19"/>
                    <a:pt x="633" y="69"/>
                  </a:cubicBezTo>
                  <a:cubicBezTo>
                    <a:pt x="467" y="139"/>
                    <a:pt x="271" y="271"/>
                    <a:pt x="197" y="441"/>
                  </a:cubicBezTo>
                  <a:cubicBezTo>
                    <a:pt x="174" y="496"/>
                    <a:pt x="150" y="549"/>
                    <a:pt x="127" y="603"/>
                  </a:cubicBezTo>
                  <a:cubicBezTo>
                    <a:pt x="49" y="783"/>
                    <a:pt x="0" y="940"/>
                    <a:pt x="27" y="1140"/>
                  </a:cubicBezTo>
                  <a:cubicBezTo>
                    <a:pt x="50" y="1317"/>
                    <a:pt x="124" y="1500"/>
                    <a:pt x="259" y="1624"/>
                  </a:cubicBezTo>
                  <a:cubicBezTo>
                    <a:pt x="367" y="1722"/>
                    <a:pt x="492" y="1795"/>
                    <a:pt x="631" y="1840"/>
                  </a:cubicBezTo>
                  <a:cubicBezTo>
                    <a:pt x="698" y="1862"/>
                    <a:pt x="764" y="1871"/>
                    <a:pt x="829" y="1871"/>
                  </a:cubicBezTo>
                  <a:cubicBezTo>
                    <a:pt x="984" y="1871"/>
                    <a:pt x="1134" y="1819"/>
                    <a:pt x="1280" y="1755"/>
                  </a:cubicBezTo>
                  <a:cubicBezTo>
                    <a:pt x="1333" y="1732"/>
                    <a:pt x="1388" y="1709"/>
                    <a:pt x="1442" y="1685"/>
                  </a:cubicBezTo>
                  <a:cubicBezTo>
                    <a:pt x="1615" y="1610"/>
                    <a:pt x="1745" y="1413"/>
                    <a:pt x="1814" y="1252"/>
                  </a:cubicBezTo>
                  <a:cubicBezTo>
                    <a:pt x="1899" y="1048"/>
                    <a:pt x="1894" y="876"/>
                    <a:pt x="1859" y="659"/>
                  </a:cubicBezTo>
                  <a:lnTo>
                    <a:pt x="1859" y="658"/>
                  </a:lnTo>
                  <a:cubicBezTo>
                    <a:pt x="1859" y="648"/>
                    <a:pt x="1857" y="639"/>
                    <a:pt x="1855" y="629"/>
                  </a:cubicBezTo>
                  <a:cubicBezTo>
                    <a:pt x="1814" y="366"/>
                    <a:pt x="1517" y="69"/>
                    <a:pt x="1253" y="29"/>
                  </a:cubicBezTo>
                  <a:cubicBezTo>
                    <a:pt x="1245" y="27"/>
                    <a:pt x="1235" y="26"/>
                    <a:pt x="1225" y="24"/>
                  </a:cubicBezTo>
                  <a:cubicBezTo>
                    <a:pt x="1137" y="10"/>
                    <a:pt x="1055" y="1"/>
                    <a:pt x="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2204475" y="3243100"/>
              <a:ext cx="53250" cy="44925"/>
            </a:xfrm>
            <a:custGeom>
              <a:rect b="b" l="l" r="r" t="t"/>
              <a:pathLst>
                <a:path extrusionOk="0" h="1797" w="2130">
                  <a:moveTo>
                    <a:pt x="1155" y="0"/>
                  </a:moveTo>
                  <a:cubicBezTo>
                    <a:pt x="1073" y="0"/>
                    <a:pt x="995" y="11"/>
                    <a:pt x="927" y="33"/>
                  </a:cubicBezTo>
                  <a:cubicBezTo>
                    <a:pt x="797" y="75"/>
                    <a:pt x="690" y="143"/>
                    <a:pt x="590" y="223"/>
                  </a:cubicBezTo>
                  <a:cubicBezTo>
                    <a:pt x="571" y="221"/>
                    <a:pt x="552" y="221"/>
                    <a:pt x="534" y="221"/>
                  </a:cubicBezTo>
                  <a:cubicBezTo>
                    <a:pt x="341" y="221"/>
                    <a:pt x="163" y="308"/>
                    <a:pt x="84" y="503"/>
                  </a:cubicBezTo>
                  <a:cubicBezTo>
                    <a:pt x="1" y="712"/>
                    <a:pt x="64" y="995"/>
                    <a:pt x="281" y="1104"/>
                  </a:cubicBezTo>
                  <a:cubicBezTo>
                    <a:pt x="288" y="1107"/>
                    <a:pt x="294" y="1110"/>
                    <a:pt x="301" y="1114"/>
                  </a:cubicBezTo>
                  <a:cubicBezTo>
                    <a:pt x="338" y="1272"/>
                    <a:pt x="398" y="1421"/>
                    <a:pt x="528" y="1541"/>
                  </a:cubicBezTo>
                  <a:cubicBezTo>
                    <a:pt x="678" y="1678"/>
                    <a:pt x="845" y="1761"/>
                    <a:pt x="1047" y="1789"/>
                  </a:cubicBezTo>
                  <a:cubicBezTo>
                    <a:pt x="1085" y="1795"/>
                    <a:pt x="1123" y="1797"/>
                    <a:pt x="1161" y="1797"/>
                  </a:cubicBezTo>
                  <a:cubicBezTo>
                    <a:pt x="1550" y="1797"/>
                    <a:pt x="1945" y="1541"/>
                    <a:pt x="2036" y="1142"/>
                  </a:cubicBezTo>
                  <a:cubicBezTo>
                    <a:pt x="2129" y="735"/>
                    <a:pt x="1971" y="350"/>
                    <a:pt x="1621" y="125"/>
                  </a:cubicBezTo>
                  <a:lnTo>
                    <a:pt x="1622" y="125"/>
                  </a:lnTo>
                  <a:cubicBezTo>
                    <a:pt x="1498" y="44"/>
                    <a:pt x="1321" y="0"/>
                    <a:pt x="1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 name="Google Shape;681;p28"/>
          <p:cNvGrpSpPr/>
          <p:nvPr/>
        </p:nvGrpSpPr>
        <p:grpSpPr>
          <a:xfrm rot="-8455277">
            <a:off x="757705" y="3110469"/>
            <a:ext cx="285573" cy="318437"/>
            <a:chOff x="5355850" y="3148375"/>
            <a:chExt cx="128550" cy="143350"/>
          </a:xfrm>
        </p:grpSpPr>
        <p:sp>
          <p:nvSpPr>
            <p:cNvPr id="682" name="Google Shape;682;p28"/>
            <p:cNvSpPr/>
            <p:nvPr/>
          </p:nvSpPr>
          <p:spPr>
            <a:xfrm>
              <a:off x="5355850" y="3228125"/>
              <a:ext cx="72750" cy="63600"/>
            </a:xfrm>
            <a:custGeom>
              <a:rect b="b" l="l" r="r" t="t"/>
              <a:pathLst>
                <a:path extrusionOk="0" h="2544" w="2910">
                  <a:moveTo>
                    <a:pt x="1548" y="0"/>
                  </a:moveTo>
                  <a:cubicBezTo>
                    <a:pt x="1451" y="0"/>
                    <a:pt x="1351" y="12"/>
                    <a:pt x="1250" y="36"/>
                  </a:cubicBezTo>
                  <a:cubicBezTo>
                    <a:pt x="541" y="208"/>
                    <a:pt x="1" y="974"/>
                    <a:pt x="251" y="1699"/>
                  </a:cubicBezTo>
                  <a:cubicBezTo>
                    <a:pt x="336" y="1945"/>
                    <a:pt x="483" y="2120"/>
                    <a:pt x="668" y="2237"/>
                  </a:cubicBezTo>
                  <a:cubicBezTo>
                    <a:pt x="726" y="2302"/>
                    <a:pt x="795" y="2358"/>
                    <a:pt x="880" y="2397"/>
                  </a:cubicBezTo>
                  <a:cubicBezTo>
                    <a:pt x="1083" y="2490"/>
                    <a:pt x="1292" y="2544"/>
                    <a:pt x="1499" y="2544"/>
                  </a:cubicBezTo>
                  <a:cubicBezTo>
                    <a:pt x="1700" y="2544"/>
                    <a:pt x="1900" y="2493"/>
                    <a:pt x="2093" y="2378"/>
                  </a:cubicBezTo>
                  <a:cubicBezTo>
                    <a:pt x="2243" y="2290"/>
                    <a:pt x="2376" y="2170"/>
                    <a:pt x="2485" y="2030"/>
                  </a:cubicBezTo>
                  <a:cubicBezTo>
                    <a:pt x="2575" y="1945"/>
                    <a:pt x="2656" y="1851"/>
                    <a:pt x="2720" y="1746"/>
                  </a:cubicBezTo>
                  <a:cubicBezTo>
                    <a:pt x="2910" y="1436"/>
                    <a:pt x="2873" y="1047"/>
                    <a:pt x="2678" y="759"/>
                  </a:cubicBezTo>
                  <a:cubicBezTo>
                    <a:pt x="2495" y="316"/>
                    <a:pt x="2056" y="0"/>
                    <a:pt x="15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5441225" y="3148375"/>
              <a:ext cx="43175" cy="42125"/>
            </a:xfrm>
            <a:custGeom>
              <a:rect b="b" l="l" r="r" t="t"/>
              <a:pathLst>
                <a:path extrusionOk="0" h="1685" w="1727">
                  <a:moveTo>
                    <a:pt x="864" y="0"/>
                  </a:moveTo>
                  <a:cubicBezTo>
                    <a:pt x="422" y="0"/>
                    <a:pt x="0" y="387"/>
                    <a:pt x="22" y="843"/>
                  </a:cubicBezTo>
                  <a:cubicBezTo>
                    <a:pt x="42" y="1298"/>
                    <a:pt x="392" y="1685"/>
                    <a:pt x="864" y="1685"/>
                  </a:cubicBezTo>
                  <a:cubicBezTo>
                    <a:pt x="1305" y="1685"/>
                    <a:pt x="1727" y="1296"/>
                    <a:pt x="1705" y="843"/>
                  </a:cubicBezTo>
                  <a:cubicBezTo>
                    <a:pt x="1685" y="386"/>
                    <a:pt x="1335"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28"/>
          <p:cNvGrpSpPr/>
          <p:nvPr/>
        </p:nvGrpSpPr>
        <p:grpSpPr>
          <a:xfrm rot="10800000">
            <a:off x="6653914" y="3602519"/>
            <a:ext cx="475335" cy="322374"/>
            <a:chOff x="3550275" y="3378650"/>
            <a:chExt cx="203875" cy="138275"/>
          </a:xfrm>
        </p:grpSpPr>
        <p:sp>
          <p:nvSpPr>
            <p:cNvPr id="685" name="Google Shape;685;p28"/>
            <p:cNvSpPr/>
            <p:nvPr/>
          </p:nvSpPr>
          <p:spPr>
            <a:xfrm>
              <a:off x="3550275" y="3443650"/>
              <a:ext cx="87700" cy="73275"/>
            </a:xfrm>
            <a:custGeom>
              <a:rect b="b" l="l" r="r" t="t"/>
              <a:pathLst>
                <a:path extrusionOk="0" h="2931" w="3508">
                  <a:moveTo>
                    <a:pt x="1927" y="1"/>
                  </a:moveTo>
                  <a:cubicBezTo>
                    <a:pt x="1548" y="1"/>
                    <a:pt x="1178" y="140"/>
                    <a:pt x="873" y="375"/>
                  </a:cubicBezTo>
                  <a:cubicBezTo>
                    <a:pt x="356" y="774"/>
                    <a:pt x="1" y="1459"/>
                    <a:pt x="363" y="2088"/>
                  </a:cubicBezTo>
                  <a:cubicBezTo>
                    <a:pt x="581" y="2465"/>
                    <a:pt x="978" y="2687"/>
                    <a:pt x="1390" y="2712"/>
                  </a:cubicBezTo>
                  <a:cubicBezTo>
                    <a:pt x="1415" y="2729"/>
                    <a:pt x="1439" y="2750"/>
                    <a:pt x="1467" y="2765"/>
                  </a:cubicBezTo>
                  <a:cubicBezTo>
                    <a:pt x="1667" y="2877"/>
                    <a:pt x="1881" y="2930"/>
                    <a:pt x="2093" y="2930"/>
                  </a:cubicBezTo>
                  <a:cubicBezTo>
                    <a:pt x="2440" y="2930"/>
                    <a:pt x="2782" y="2788"/>
                    <a:pt x="3045" y="2530"/>
                  </a:cubicBezTo>
                  <a:cubicBezTo>
                    <a:pt x="3419" y="2163"/>
                    <a:pt x="3507" y="1578"/>
                    <a:pt x="3367" y="1090"/>
                  </a:cubicBezTo>
                  <a:cubicBezTo>
                    <a:pt x="3224" y="598"/>
                    <a:pt x="2832" y="193"/>
                    <a:pt x="2334" y="56"/>
                  </a:cubicBezTo>
                  <a:cubicBezTo>
                    <a:pt x="2199" y="18"/>
                    <a:pt x="2062" y="1"/>
                    <a:pt x="1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8"/>
            <p:cNvSpPr/>
            <p:nvPr/>
          </p:nvSpPr>
          <p:spPr>
            <a:xfrm>
              <a:off x="3706675" y="3378650"/>
              <a:ext cx="47475" cy="44100"/>
            </a:xfrm>
            <a:custGeom>
              <a:rect b="b" l="l" r="r" t="t"/>
              <a:pathLst>
                <a:path extrusionOk="0" h="1764" w="1899">
                  <a:moveTo>
                    <a:pt x="905" y="0"/>
                  </a:moveTo>
                  <a:cubicBezTo>
                    <a:pt x="790" y="0"/>
                    <a:pt x="674" y="23"/>
                    <a:pt x="562" y="69"/>
                  </a:cubicBezTo>
                  <a:cubicBezTo>
                    <a:pt x="250" y="201"/>
                    <a:pt x="0" y="528"/>
                    <a:pt x="17" y="880"/>
                  </a:cubicBezTo>
                  <a:cubicBezTo>
                    <a:pt x="30" y="1190"/>
                    <a:pt x="184" y="1487"/>
                    <a:pt x="456" y="1647"/>
                  </a:cubicBezTo>
                  <a:cubicBezTo>
                    <a:pt x="592" y="1726"/>
                    <a:pt x="743" y="1764"/>
                    <a:pt x="893" y="1764"/>
                  </a:cubicBezTo>
                  <a:cubicBezTo>
                    <a:pt x="1126" y="1764"/>
                    <a:pt x="1357" y="1674"/>
                    <a:pt x="1532" y="1509"/>
                  </a:cubicBezTo>
                  <a:cubicBezTo>
                    <a:pt x="1550" y="1490"/>
                    <a:pt x="1568" y="1474"/>
                    <a:pt x="1587" y="1455"/>
                  </a:cubicBezTo>
                  <a:cubicBezTo>
                    <a:pt x="1899" y="1158"/>
                    <a:pt x="1899" y="603"/>
                    <a:pt x="1587" y="306"/>
                  </a:cubicBezTo>
                  <a:cubicBezTo>
                    <a:pt x="1568" y="287"/>
                    <a:pt x="1550" y="271"/>
                    <a:pt x="1532" y="252"/>
                  </a:cubicBezTo>
                  <a:cubicBezTo>
                    <a:pt x="1357" y="88"/>
                    <a:pt x="1133" y="0"/>
                    <a:pt x="9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 name="Google Shape;687;p28"/>
          <p:cNvGrpSpPr/>
          <p:nvPr/>
        </p:nvGrpSpPr>
        <p:grpSpPr>
          <a:xfrm rot="-9818058">
            <a:off x="8246041" y="2825700"/>
            <a:ext cx="205956" cy="266117"/>
            <a:chOff x="2319300" y="2223950"/>
            <a:chExt cx="118650" cy="157025"/>
          </a:xfrm>
        </p:grpSpPr>
        <p:sp>
          <p:nvSpPr>
            <p:cNvPr id="688" name="Google Shape;688;p28"/>
            <p:cNvSpPr/>
            <p:nvPr/>
          </p:nvSpPr>
          <p:spPr>
            <a:xfrm>
              <a:off x="2319300" y="2223950"/>
              <a:ext cx="71200" cy="81850"/>
            </a:xfrm>
            <a:custGeom>
              <a:rect b="b" l="l" r="r" t="t"/>
              <a:pathLst>
                <a:path extrusionOk="0" h="3274" w="2848">
                  <a:moveTo>
                    <a:pt x="1334" y="0"/>
                  </a:moveTo>
                  <a:cubicBezTo>
                    <a:pt x="1182" y="0"/>
                    <a:pt x="1032" y="44"/>
                    <a:pt x="903" y="147"/>
                  </a:cubicBezTo>
                  <a:cubicBezTo>
                    <a:pt x="763" y="258"/>
                    <a:pt x="644" y="382"/>
                    <a:pt x="536" y="512"/>
                  </a:cubicBezTo>
                  <a:cubicBezTo>
                    <a:pt x="240" y="735"/>
                    <a:pt x="44" y="1062"/>
                    <a:pt x="69" y="1499"/>
                  </a:cubicBezTo>
                  <a:cubicBezTo>
                    <a:pt x="69" y="1501"/>
                    <a:pt x="70" y="1504"/>
                    <a:pt x="70" y="1506"/>
                  </a:cubicBezTo>
                  <a:cubicBezTo>
                    <a:pt x="0" y="1927"/>
                    <a:pt x="57" y="2374"/>
                    <a:pt x="272" y="2816"/>
                  </a:cubicBezTo>
                  <a:cubicBezTo>
                    <a:pt x="402" y="3081"/>
                    <a:pt x="767" y="3274"/>
                    <a:pt x="1089" y="3274"/>
                  </a:cubicBezTo>
                  <a:cubicBezTo>
                    <a:pt x="1176" y="3274"/>
                    <a:pt x="1260" y="3260"/>
                    <a:pt x="1335" y="3229"/>
                  </a:cubicBezTo>
                  <a:cubicBezTo>
                    <a:pt x="2204" y="2877"/>
                    <a:pt x="2848" y="2050"/>
                    <a:pt x="2748" y="1074"/>
                  </a:cubicBezTo>
                  <a:cubicBezTo>
                    <a:pt x="2694" y="570"/>
                    <a:pt x="2372" y="257"/>
                    <a:pt x="1895" y="182"/>
                  </a:cubicBezTo>
                  <a:cubicBezTo>
                    <a:pt x="1729" y="71"/>
                    <a:pt x="1529" y="0"/>
                    <a:pt x="13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8"/>
            <p:cNvSpPr/>
            <p:nvPr/>
          </p:nvSpPr>
          <p:spPr>
            <a:xfrm>
              <a:off x="2377225" y="2332825"/>
              <a:ext cx="60725" cy="48150"/>
            </a:xfrm>
            <a:custGeom>
              <a:rect b="b" l="l" r="r" t="t"/>
              <a:pathLst>
                <a:path extrusionOk="0" h="1926" w="2429">
                  <a:moveTo>
                    <a:pt x="1359" y="1"/>
                  </a:moveTo>
                  <a:cubicBezTo>
                    <a:pt x="1279" y="1"/>
                    <a:pt x="1196" y="10"/>
                    <a:pt x="1113" y="29"/>
                  </a:cubicBezTo>
                  <a:cubicBezTo>
                    <a:pt x="1006" y="54"/>
                    <a:pt x="898" y="77"/>
                    <a:pt x="791" y="102"/>
                  </a:cubicBezTo>
                  <a:cubicBezTo>
                    <a:pt x="312" y="210"/>
                    <a:pt x="0" y="804"/>
                    <a:pt x="155" y="1261"/>
                  </a:cubicBezTo>
                  <a:cubicBezTo>
                    <a:pt x="299" y="1684"/>
                    <a:pt x="657" y="1926"/>
                    <a:pt x="1068" y="1926"/>
                  </a:cubicBezTo>
                  <a:cubicBezTo>
                    <a:pt x="1149" y="1926"/>
                    <a:pt x="1232" y="1916"/>
                    <a:pt x="1316" y="1897"/>
                  </a:cubicBezTo>
                  <a:cubicBezTo>
                    <a:pt x="1423" y="1874"/>
                    <a:pt x="1532" y="1849"/>
                    <a:pt x="1638" y="1825"/>
                  </a:cubicBezTo>
                  <a:cubicBezTo>
                    <a:pt x="2117" y="1717"/>
                    <a:pt x="2429" y="1123"/>
                    <a:pt x="2274" y="664"/>
                  </a:cubicBezTo>
                  <a:cubicBezTo>
                    <a:pt x="2130" y="241"/>
                    <a:pt x="1772" y="1"/>
                    <a:pt x="13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28"/>
          <p:cNvSpPr/>
          <p:nvPr/>
        </p:nvSpPr>
        <p:spPr>
          <a:xfrm rot="-2900155">
            <a:off x="5890041" y="4655359"/>
            <a:ext cx="1074596" cy="378999"/>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8"/>
          <p:cNvSpPr/>
          <p:nvPr/>
        </p:nvSpPr>
        <p:spPr>
          <a:xfrm rot="-3695511">
            <a:off x="4926878" y="4316877"/>
            <a:ext cx="1472243" cy="519224"/>
          </a:xfrm>
          <a:custGeom>
            <a:rect b="b" l="l" r="r" t="t"/>
            <a:pathLst>
              <a:path extrusionOk="0" h="6444" w="18271">
                <a:moveTo>
                  <a:pt x="13306" y="3562"/>
                </a:moveTo>
                <a:lnTo>
                  <a:pt x="13306" y="3562"/>
                </a:lnTo>
                <a:cubicBezTo>
                  <a:pt x="13255" y="3610"/>
                  <a:pt x="13195" y="3644"/>
                  <a:pt x="13132" y="3676"/>
                </a:cubicBezTo>
                <a:lnTo>
                  <a:pt x="13132" y="3675"/>
                </a:lnTo>
                <a:cubicBezTo>
                  <a:pt x="13055" y="3713"/>
                  <a:pt x="12973" y="3747"/>
                  <a:pt x="12904" y="3795"/>
                </a:cubicBezTo>
                <a:cubicBezTo>
                  <a:pt x="12875" y="3815"/>
                  <a:pt x="12845" y="3836"/>
                  <a:pt x="12821" y="3863"/>
                </a:cubicBezTo>
                <a:cubicBezTo>
                  <a:pt x="12682" y="3858"/>
                  <a:pt x="12540" y="3867"/>
                  <a:pt x="12354" y="3786"/>
                </a:cubicBezTo>
                <a:cubicBezTo>
                  <a:pt x="12702" y="3704"/>
                  <a:pt x="13004" y="3633"/>
                  <a:pt x="13306" y="3562"/>
                </a:cubicBezTo>
                <a:close/>
                <a:moveTo>
                  <a:pt x="8812" y="4549"/>
                </a:moveTo>
                <a:cubicBezTo>
                  <a:pt x="8822" y="4555"/>
                  <a:pt x="8834" y="4560"/>
                  <a:pt x="8844" y="4566"/>
                </a:cubicBezTo>
                <a:lnTo>
                  <a:pt x="8844" y="4566"/>
                </a:lnTo>
                <a:cubicBezTo>
                  <a:pt x="8834" y="4560"/>
                  <a:pt x="8822" y="4555"/>
                  <a:pt x="8812" y="4549"/>
                </a:cubicBezTo>
                <a:close/>
                <a:moveTo>
                  <a:pt x="13738" y="1"/>
                </a:moveTo>
                <a:cubicBezTo>
                  <a:pt x="13698" y="1"/>
                  <a:pt x="13658" y="17"/>
                  <a:pt x="13624" y="34"/>
                </a:cubicBezTo>
                <a:cubicBezTo>
                  <a:pt x="13463" y="116"/>
                  <a:pt x="13301" y="198"/>
                  <a:pt x="13157" y="301"/>
                </a:cubicBezTo>
                <a:cubicBezTo>
                  <a:pt x="12588" y="709"/>
                  <a:pt x="12125" y="1206"/>
                  <a:pt x="11862" y="1847"/>
                </a:cubicBezTo>
                <a:cubicBezTo>
                  <a:pt x="11742" y="2144"/>
                  <a:pt x="11572" y="2437"/>
                  <a:pt x="11660" y="2784"/>
                </a:cubicBezTo>
                <a:cubicBezTo>
                  <a:pt x="11281" y="3112"/>
                  <a:pt x="10857" y="3382"/>
                  <a:pt x="10415" y="3630"/>
                </a:cubicBezTo>
                <a:cubicBezTo>
                  <a:pt x="10308" y="3691"/>
                  <a:pt x="10198" y="3730"/>
                  <a:pt x="10070" y="3730"/>
                </a:cubicBezTo>
                <a:cubicBezTo>
                  <a:pt x="10065" y="3730"/>
                  <a:pt x="10060" y="3730"/>
                  <a:pt x="10056" y="3730"/>
                </a:cubicBezTo>
                <a:cubicBezTo>
                  <a:pt x="9408" y="3715"/>
                  <a:pt x="8760" y="3702"/>
                  <a:pt x="8111" y="3689"/>
                </a:cubicBezTo>
                <a:cubicBezTo>
                  <a:pt x="8097" y="3687"/>
                  <a:pt x="8083" y="3676"/>
                  <a:pt x="8047" y="3658"/>
                </a:cubicBezTo>
                <a:cubicBezTo>
                  <a:pt x="8222" y="3491"/>
                  <a:pt x="8390" y="3329"/>
                  <a:pt x="8558" y="3166"/>
                </a:cubicBezTo>
                <a:cubicBezTo>
                  <a:pt x="8558" y="3166"/>
                  <a:pt x="8558" y="3166"/>
                  <a:pt x="8558" y="3168"/>
                </a:cubicBezTo>
                <a:cubicBezTo>
                  <a:pt x="8590" y="3176"/>
                  <a:pt x="8622" y="3179"/>
                  <a:pt x="8652" y="3179"/>
                </a:cubicBezTo>
                <a:cubicBezTo>
                  <a:pt x="8750" y="3179"/>
                  <a:pt x="8838" y="3142"/>
                  <a:pt x="8923" y="3095"/>
                </a:cubicBezTo>
                <a:cubicBezTo>
                  <a:pt x="9982" y="2522"/>
                  <a:pt x="10629" y="1671"/>
                  <a:pt x="10808" y="506"/>
                </a:cubicBezTo>
                <a:cubicBezTo>
                  <a:pt x="10815" y="461"/>
                  <a:pt x="10815" y="417"/>
                  <a:pt x="10819" y="370"/>
                </a:cubicBezTo>
                <a:cubicBezTo>
                  <a:pt x="10823" y="255"/>
                  <a:pt x="10825" y="148"/>
                  <a:pt x="10686" y="76"/>
                </a:cubicBezTo>
                <a:cubicBezTo>
                  <a:pt x="10609" y="36"/>
                  <a:pt x="10537" y="13"/>
                  <a:pt x="10466" y="13"/>
                </a:cubicBezTo>
                <a:cubicBezTo>
                  <a:pt x="10405" y="13"/>
                  <a:pt x="10344" y="30"/>
                  <a:pt x="10281" y="70"/>
                </a:cubicBezTo>
                <a:cubicBezTo>
                  <a:pt x="9997" y="249"/>
                  <a:pt x="9718" y="432"/>
                  <a:pt x="9475" y="659"/>
                </a:cubicBezTo>
                <a:cubicBezTo>
                  <a:pt x="9079" y="1027"/>
                  <a:pt x="8704" y="1406"/>
                  <a:pt x="8467" y="1895"/>
                </a:cubicBezTo>
                <a:cubicBezTo>
                  <a:pt x="8300" y="2237"/>
                  <a:pt x="8289" y="2594"/>
                  <a:pt x="8316" y="2961"/>
                </a:cubicBezTo>
                <a:cubicBezTo>
                  <a:pt x="8316" y="2961"/>
                  <a:pt x="8316" y="2963"/>
                  <a:pt x="8316" y="2963"/>
                </a:cubicBezTo>
                <a:cubicBezTo>
                  <a:pt x="8118" y="3186"/>
                  <a:pt x="7900" y="3390"/>
                  <a:pt x="7681" y="3594"/>
                </a:cubicBezTo>
                <a:cubicBezTo>
                  <a:pt x="7618" y="3654"/>
                  <a:pt x="7548" y="3673"/>
                  <a:pt x="7466" y="3673"/>
                </a:cubicBezTo>
                <a:cubicBezTo>
                  <a:pt x="7460" y="3673"/>
                  <a:pt x="7453" y="3673"/>
                  <a:pt x="7446" y="3673"/>
                </a:cubicBezTo>
                <a:cubicBezTo>
                  <a:pt x="6611" y="3642"/>
                  <a:pt x="5779" y="3573"/>
                  <a:pt x="4950" y="3462"/>
                </a:cubicBezTo>
                <a:cubicBezTo>
                  <a:pt x="4615" y="3419"/>
                  <a:pt x="4281" y="3363"/>
                  <a:pt x="3948" y="3309"/>
                </a:cubicBezTo>
                <a:cubicBezTo>
                  <a:pt x="3903" y="3303"/>
                  <a:pt x="3851" y="3309"/>
                  <a:pt x="3795" y="3242"/>
                </a:cubicBezTo>
                <a:cubicBezTo>
                  <a:pt x="4178" y="3046"/>
                  <a:pt x="4555" y="2853"/>
                  <a:pt x="4933" y="2659"/>
                </a:cubicBezTo>
                <a:cubicBezTo>
                  <a:pt x="5059" y="2799"/>
                  <a:pt x="5227" y="2842"/>
                  <a:pt x="5409" y="2859"/>
                </a:cubicBezTo>
                <a:cubicBezTo>
                  <a:pt x="5467" y="2865"/>
                  <a:pt x="5524" y="2868"/>
                  <a:pt x="5581" y="2868"/>
                </a:cubicBezTo>
                <a:cubicBezTo>
                  <a:pt x="5856" y="2868"/>
                  <a:pt x="6117" y="2803"/>
                  <a:pt x="6358" y="2681"/>
                </a:cubicBezTo>
                <a:cubicBezTo>
                  <a:pt x="6870" y="2423"/>
                  <a:pt x="7356" y="2127"/>
                  <a:pt x="7755" y="1723"/>
                </a:cubicBezTo>
                <a:cubicBezTo>
                  <a:pt x="7835" y="1642"/>
                  <a:pt x="7932" y="1574"/>
                  <a:pt x="8014" y="1492"/>
                </a:cubicBezTo>
                <a:cubicBezTo>
                  <a:pt x="8172" y="1330"/>
                  <a:pt x="8112" y="1136"/>
                  <a:pt x="7883" y="1070"/>
                </a:cubicBezTo>
                <a:cubicBezTo>
                  <a:pt x="7852" y="1061"/>
                  <a:pt x="7821" y="1053"/>
                  <a:pt x="7789" y="1050"/>
                </a:cubicBezTo>
                <a:cubicBezTo>
                  <a:pt x="7641" y="1037"/>
                  <a:pt x="7495" y="1030"/>
                  <a:pt x="7350" y="1030"/>
                </a:cubicBezTo>
                <a:cubicBezTo>
                  <a:pt x="6754" y="1030"/>
                  <a:pt x="6191" y="1152"/>
                  <a:pt x="5694" y="1509"/>
                </a:cubicBezTo>
                <a:cubicBezTo>
                  <a:pt x="5518" y="1636"/>
                  <a:pt x="5352" y="1774"/>
                  <a:pt x="5184" y="1910"/>
                </a:cubicBezTo>
                <a:cubicBezTo>
                  <a:pt x="5059" y="2012"/>
                  <a:pt x="4982" y="2140"/>
                  <a:pt x="4977" y="2301"/>
                </a:cubicBezTo>
                <a:cubicBezTo>
                  <a:pt x="4768" y="2408"/>
                  <a:pt x="4557" y="2509"/>
                  <a:pt x="4350" y="2620"/>
                </a:cubicBezTo>
                <a:cubicBezTo>
                  <a:pt x="4062" y="2776"/>
                  <a:pt x="3771" y="2930"/>
                  <a:pt x="3490" y="3098"/>
                </a:cubicBezTo>
                <a:cubicBezTo>
                  <a:pt x="3395" y="3155"/>
                  <a:pt x="3304" y="3183"/>
                  <a:pt x="3204" y="3183"/>
                </a:cubicBezTo>
                <a:cubicBezTo>
                  <a:pt x="3158" y="3183"/>
                  <a:pt x="3111" y="3178"/>
                  <a:pt x="3060" y="3166"/>
                </a:cubicBezTo>
                <a:cubicBezTo>
                  <a:pt x="2527" y="3041"/>
                  <a:pt x="1989" y="2927"/>
                  <a:pt x="1454" y="2802"/>
                </a:cubicBezTo>
                <a:cubicBezTo>
                  <a:pt x="1077" y="2714"/>
                  <a:pt x="698" y="2637"/>
                  <a:pt x="317" y="2567"/>
                </a:cubicBezTo>
                <a:cubicBezTo>
                  <a:pt x="292" y="2563"/>
                  <a:pt x="269" y="2556"/>
                  <a:pt x="244" y="2554"/>
                </a:cubicBezTo>
                <a:cubicBezTo>
                  <a:pt x="211" y="2551"/>
                  <a:pt x="174" y="2546"/>
                  <a:pt x="139" y="2546"/>
                </a:cubicBezTo>
                <a:cubicBezTo>
                  <a:pt x="84" y="2546"/>
                  <a:pt x="36" y="2560"/>
                  <a:pt x="23" y="2625"/>
                </a:cubicBezTo>
                <a:cubicBezTo>
                  <a:pt x="1" y="2730"/>
                  <a:pt x="117" y="2753"/>
                  <a:pt x="197" y="2784"/>
                </a:cubicBezTo>
                <a:cubicBezTo>
                  <a:pt x="371" y="2850"/>
                  <a:pt x="554" y="2882"/>
                  <a:pt x="736" y="2926"/>
                </a:cubicBezTo>
                <a:cubicBezTo>
                  <a:pt x="1639" y="3137"/>
                  <a:pt x="2539" y="3363"/>
                  <a:pt x="3453" y="3536"/>
                </a:cubicBezTo>
                <a:cubicBezTo>
                  <a:pt x="3536" y="3551"/>
                  <a:pt x="3600" y="3588"/>
                  <a:pt x="3660" y="3647"/>
                </a:cubicBezTo>
                <a:cubicBezTo>
                  <a:pt x="4003" y="3991"/>
                  <a:pt x="4396" y="4283"/>
                  <a:pt x="4797" y="4562"/>
                </a:cubicBezTo>
                <a:cubicBezTo>
                  <a:pt x="4797" y="4562"/>
                  <a:pt x="4797" y="4562"/>
                  <a:pt x="4797" y="4564"/>
                </a:cubicBezTo>
                <a:cubicBezTo>
                  <a:pt x="4756" y="4703"/>
                  <a:pt x="4799" y="4827"/>
                  <a:pt x="4866" y="4957"/>
                </a:cubicBezTo>
                <a:cubicBezTo>
                  <a:pt x="5156" y="5513"/>
                  <a:pt x="5632" y="5872"/>
                  <a:pt x="6210" y="6127"/>
                </a:cubicBezTo>
                <a:cubicBezTo>
                  <a:pt x="6605" y="6299"/>
                  <a:pt x="7013" y="6420"/>
                  <a:pt x="7446" y="6441"/>
                </a:cubicBezTo>
                <a:cubicBezTo>
                  <a:pt x="7477" y="6442"/>
                  <a:pt x="7508" y="6443"/>
                  <a:pt x="7539" y="6443"/>
                </a:cubicBezTo>
                <a:cubicBezTo>
                  <a:pt x="7677" y="6443"/>
                  <a:pt x="7812" y="6426"/>
                  <a:pt x="7938" y="6367"/>
                </a:cubicBezTo>
                <a:cubicBezTo>
                  <a:pt x="8168" y="6259"/>
                  <a:pt x="8217" y="6094"/>
                  <a:pt x="8088" y="5879"/>
                </a:cubicBezTo>
                <a:cubicBezTo>
                  <a:pt x="8080" y="5866"/>
                  <a:pt x="8072" y="5852"/>
                  <a:pt x="8061" y="5840"/>
                </a:cubicBezTo>
                <a:cubicBezTo>
                  <a:pt x="7476" y="5156"/>
                  <a:pt x="6831" y="4547"/>
                  <a:pt x="5879" y="4365"/>
                </a:cubicBezTo>
                <a:cubicBezTo>
                  <a:pt x="5649" y="4321"/>
                  <a:pt x="5417" y="4279"/>
                  <a:pt x="5184" y="4279"/>
                </a:cubicBezTo>
                <a:cubicBezTo>
                  <a:pt x="5097" y="4279"/>
                  <a:pt x="5011" y="4285"/>
                  <a:pt x="4924" y="4299"/>
                </a:cubicBezTo>
                <a:cubicBezTo>
                  <a:pt x="4632" y="4126"/>
                  <a:pt x="4375" y="3915"/>
                  <a:pt x="4125" y="3698"/>
                </a:cubicBezTo>
                <a:cubicBezTo>
                  <a:pt x="4141" y="3662"/>
                  <a:pt x="4162" y="3652"/>
                  <a:pt x="4184" y="3652"/>
                </a:cubicBezTo>
                <a:cubicBezTo>
                  <a:pt x="4207" y="3652"/>
                  <a:pt x="4232" y="3664"/>
                  <a:pt x="4253" y="3667"/>
                </a:cubicBezTo>
                <a:cubicBezTo>
                  <a:pt x="5296" y="3847"/>
                  <a:pt x="6343" y="3975"/>
                  <a:pt x="7397" y="4015"/>
                </a:cubicBezTo>
                <a:cubicBezTo>
                  <a:pt x="7542" y="4021"/>
                  <a:pt x="7654" y="4063"/>
                  <a:pt x="7769" y="4155"/>
                </a:cubicBezTo>
                <a:cubicBezTo>
                  <a:pt x="8069" y="4396"/>
                  <a:pt x="8416" y="4570"/>
                  <a:pt x="8752" y="4761"/>
                </a:cubicBezTo>
                <a:cubicBezTo>
                  <a:pt x="8843" y="4812"/>
                  <a:pt x="8931" y="4868"/>
                  <a:pt x="9020" y="4921"/>
                </a:cubicBezTo>
                <a:cubicBezTo>
                  <a:pt x="9006" y="5003"/>
                  <a:pt x="9051" y="5068"/>
                  <a:pt x="9097" y="5133"/>
                </a:cubicBezTo>
                <a:cubicBezTo>
                  <a:pt x="9604" y="5829"/>
                  <a:pt x="10315" y="6193"/>
                  <a:pt x="11175" y="6298"/>
                </a:cubicBezTo>
                <a:cubicBezTo>
                  <a:pt x="11437" y="6330"/>
                  <a:pt x="11701" y="6365"/>
                  <a:pt x="11966" y="6365"/>
                </a:cubicBezTo>
                <a:cubicBezTo>
                  <a:pt x="12038" y="6365"/>
                  <a:pt x="12111" y="6362"/>
                  <a:pt x="12184" y="6356"/>
                </a:cubicBezTo>
                <a:cubicBezTo>
                  <a:pt x="12289" y="6347"/>
                  <a:pt x="12392" y="6339"/>
                  <a:pt x="12486" y="6292"/>
                </a:cubicBezTo>
                <a:cubicBezTo>
                  <a:pt x="12656" y="6205"/>
                  <a:pt x="12676" y="6042"/>
                  <a:pt x="12523" y="5920"/>
                </a:cubicBezTo>
                <a:cubicBezTo>
                  <a:pt x="11884" y="5410"/>
                  <a:pt x="11224" y="4934"/>
                  <a:pt x="10435" y="4649"/>
                </a:cubicBezTo>
                <a:cubicBezTo>
                  <a:pt x="10055" y="4512"/>
                  <a:pt x="9666" y="4470"/>
                  <a:pt x="9269" y="4470"/>
                </a:cubicBezTo>
                <a:cubicBezTo>
                  <a:pt x="9262" y="4470"/>
                  <a:pt x="9255" y="4470"/>
                  <a:pt x="9248" y="4470"/>
                </a:cubicBezTo>
                <a:cubicBezTo>
                  <a:pt x="9168" y="4470"/>
                  <a:pt x="9088" y="4482"/>
                  <a:pt x="9018" y="4522"/>
                </a:cubicBezTo>
                <a:cubicBezTo>
                  <a:pt x="8975" y="4546"/>
                  <a:pt x="8931" y="4558"/>
                  <a:pt x="8886" y="4558"/>
                </a:cubicBezTo>
                <a:cubicBezTo>
                  <a:pt x="8861" y="4558"/>
                  <a:pt x="8837" y="4555"/>
                  <a:pt x="8812" y="4548"/>
                </a:cubicBezTo>
                <a:lnTo>
                  <a:pt x="8812" y="4548"/>
                </a:lnTo>
                <a:cubicBezTo>
                  <a:pt x="8812" y="4548"/>
                  <a:pt x="8812" y="4548"/>
                  <a:pt x="8812" y="4548"/>
                </a:cubicBezTo>
                <a:cubicBezTo>
                  <a:pt x="8555" y="4402"/>
                  <a:pt x="8296" y="4260"/>
                  <a:pt x="8027" y="4078"/>
                </a:cubicBezTo>
                <a:cubicBezTo>
                  <a:pt x="8089" y="4051"/>
                  <a:pt x="8144" y="4044"/>
                  <a:pt x="8197" y="4044"/>
                </a:cubicBezTo>
                <a:cubicBezTo>
                  <a:pt x="8244" y="4044"/>
                  <a:pt x="8289" y="4050"/>
                  <a:pt x="8333" y="4051"/>
                </a:cubicBezTo>
                <a:cubicBezTo>
                  <a:pt x="8861" y="4063"/>
                  <a:pt x="9390" y="4090"/>
                  <a:pt x="9919" y="4090"/>
                </a:cubicBezTo>
                <a:cubicBezTo>
                  <a:pt x="10000" y="4090"/>
                  <a:pt x="10082" y="4089"/>
                  <a:pt x="10164" y="4088"/>
                </a:cubicBezTo>
                <a:cubicBezTo>
                  <a:pt x="10558" y="4080"/>
                  <a:pt x="10950" y="4052"/>
                  <a:pt x="11335" y="3984"/>
                </a:cubicBezTo>
                <a:cubicBezTo>
                  <a:pt x="11450" y="3964"/>
                  <a:pt x="11564" y="3949"/>
                  <a:pt x="11678" y="3949"/>
                </a:cubicBezTo>
                <a:cubicBezTo>
                  <a:pt x="11792" y="3949"/>
                  <a:pt x="11906" y="3964"/>
                  <a:pt x="12021" y="4004"/>
                </a:cubicBezTo>
                <a:cubicBezTo>
                  <a:pt x="12104" y="4032"/>
                  <a:pt x="12195" y="4038"/>
                  <a:pt x="12283" y="4055"/>
                </a:cubicBezTo>
                <a:cubicBezTo>
                  <a:pt x="12325" y="4074"/>
                  <a:pt x="12368" y="4086"/>
                  <a:pt x="12413" y="4086"/>
                </a:cubicBezTo>
                <a:cubicBezTo>
                  <a:pt x="12434" y="4086"/>
                  <a:pt x="12456" y="4083"/>
                  <a:pt x="12478" y="4077"/>
                </a:cubicBezTo>
                <a:lnTo>
                  <a:pt x="12480" y="4077"/>
                </a:lnTo>
                <a:cubicBezTo>
                  <a:pt x="12506" y="4085"/>
                  <a:pt x="12534" y="4091"/>
                  <a:pt x="12562" y="4100"/>
                </a:cubicBezTo>
                <a:cubicBezTo>
                  <a:pt x="12619" y="4302"/>
                  <a:pt x="12784" y="4414"/>
                  <a:pt x="12958" y="4519"/>
                </a:cubicBezTo>
                <a:cubicBezTo>
                  <a:pt x="13319" y="4732"/>
                  <a:pt x="13699" y="4813"/>
                  <a:pt x="14089" y="4813"/>
                </a:cubicBezTo>
                <a:cubicBezTo>
                  <a:pt x="14255" y="4813"/>
                  <a:pt x="14422" y="4799"/>
                  <a:pt x="14591" y="4774"/>
                </a:cubicBezTo>
                <a:cubicBezTo>
                  <a:pt x="15061" y="4703"/>
                  <a:pt x="15495" y="4541"/>
                  <a:pt x="15917" y="4350"/>
                </a:cubicBezTo>
                <a:cubicBezTo>
                  <a:pt x="16166" y="4236"/>
                  <a:pt x="16404" y="4098"/>
                  <a:pt x="16663" y="4003"/>
                </a:cubicBezTo>
                <a:cubicBezTo>
                  <a:pt x="16714" y="3983"/>
                  <a:pt x="16763" y="3955"/>
                  <a:pt x="16806" y="3923"/>
                </a:cubicBezTo>
                <a:cubicBezTo>
                  <a:pt x="16926" y="3829"/>
                  <a:pt x="16925" y="3690"/>
                  <a:pt x="16803" y="3590"/>
                </a:cubicBezTo>
                <a:cubicBezTo>
                  <a:pt x="16727" y="3530"/>
                  <a:pt x="16638" y="3491"/>
                  <a:pt x="16544" y="3462"/>
                </a:cubicBezTo>
                <a:cubicBezTo>
                  <a:pt x="16096" y="3321"/>
                  <a:pt x="15641" y="3258"/>
                  <a:pt x="15181" y="3258"/>
                </a:cubicBezTo>
                <a:cubicBezTo>
                  <a:pt x="15032" y="3258"/>
                  <a:pt x="14883" y="3264"/>
                  <a:pt x="14733" y="3277"/>
                </a:cubicBezTo>
                <a:cubicBezTo>
                  <a:pt x="14481" y="3298"/>
                  <a:pt x="14234" y="3365"/>
                  <a:pt x="13978" y="3365"/>
                </a:cubicBezTo>
                <a:cubicBezTo>
                  <a:pt x="13970" y="3365"/>
                  <a:pt x="13962" y="3365"/>
                  <a:pt x="13953" y="3365"/>
                </a:cubicBezTo>
                <a:lnTo>
                  <a:pt x="13952" y="3365"/>
                </a:lnTo>
                <a:cubicBezTo>
                  <a:pt x="13952" y="3365"/>
                  <a:pt x="13952" y="3365"/>
                  <a:pt x="13950" y="3363"/>
                </a:cubicBezTo>
                <a:cubicBezTo>
                  <a:pt x="13950" y="3365"/>
                  <a:pt x="13949" y="3366"/>
                  <a:pt x="13949" y="3368"/>
                </a:cubicBezTo>
                <a:cubicBezTo>
                  <a:pt x="13925" y="3393"/>
                  <a:pt x="13900" y="3413"/>
                  <a:pt x="13871" y="3413"/>
                </a:cubicBezTo>
                <a:cubicBezTo>
                  <a:pt x="13853" y="3413"/>
                  <a:pt x="13834" y="3405"/>
                  <a:pt x="13812" y="3386"/>
                </a:cubicBezTo>
                <a:cubicBezTo>
                  <a:pt x="13848" y="3378"/>
                  <a:pt x="13882" y="3356"/>
                  <a:pt x="13921" y="3356"/>
                </a:cubicBezTo>
                <a:cubicBezTo>
                  <a:pt x="13932" y="3356"/>
                  <a:pt x="13943" y="3357"/>
                  <a:pt x="13955" y="3362"/>
                </a:cubicBezTo>
                <a:cubicBezTo>
                  <a:pt x="14217" y="3192"/>
                  <a:pt x="14517" y="3092"/>
                  <a:pt x="14801" y="2961"/>
                </a:cubicBezTo>
                <a:cubicBezTo>
                  <a:pt x="14913" y="3008"/>
                  <a:pt x="15027" y="3026"/>
                  <a:pt x="15142" y="3026"/>
                </a:cubicBezTo>
                <a:cubicBezTo>
                  <a:pt x="15225" y="3026"/>
                  <a:pt x="15310" y="3016"/>
                  <a:pt x="15394" y="3003"/>
                </a:cubicBezTo>
                <a:cubicBezTo>
                  <a:pt x="16113" y="2886"/>
                  <a:pt x="16687" y="2537"/>
                  <a:pt x="17190" y="2058"/>
                </a:cubicBezTo>
                <a:cubicBezTo>
                  <a:pt x="17543" y="1723"/>
                  <a:pt x="17854" y="1360"/>
                  <a:pt x="18121" y="959"/>
                </a:cubicBezTo>
                <a:cubicBezTo>
                  <a:pt x="18270" y="734"/>
                  <a:pt x="18190" y="561"/>
                  <a:pt x="17900" y="521"/>
                </a:cubicBezTo>
                <a:cubicBezTo>
                  <a:pt x="17824" y="511"/>
                  <a:pt x="17748" y="506"/>
                  <a:pt x="17673" y="506"/>
                </a:cubicBezTo>
                <a:cubicBezTo>
                  <a:pt x="17459" y="506"/>
                  <a:pt x="17249" y="546"/>
                  <a:pt x="17050" y="617"/>
                </a:cubicBezTo>
                <a:cubicBezTo>
                  <a:pt x="16162" y="937"/>
                  <a:pt x="15485" y="1506"/>
                  <a:pt x="14954" y="2238"/>
                </a:cubicBezTo>
                <a:cubicBezTo>
                  <a:pt x="14893" y="2320"/>
                  <a:pt x="14873" y="2417"/>
                  <a:pt x="14864" y="2516"/>
                </a:cubicBezTo>
                <a:cubicBezTo>
                  <a:pt x="14864" y="2516"/>
                  <a:pt x="14864" y="2516"/>
                  <a:pt x="14864" y="2517"/>
                </a:cubicBezTo>
                <a:cubicBezTo>
                  <a:pt x="14211" y="2858"/>
                  <a:pt x="13542" y="3160"/>
                  <a:pt x="12804" y="3320"/>
                </a:cubicBezTo>
                <a:cubicBezTo>
                  <a:pt x="12260" y="3439"/>
                  <a:pt x="11723" y="3579"/>
                  <a:pt x="11167" y="3647"/>
                </a:cubicBezTo>
                <a:cubicBezTo>
                  <a:pt x="11113" y="3653"/>
                  <a:pt x="11060" y="3666"/>
                  <a:pt x="10999" y="3666"/>
                </a:cubicBezTo>
                <a:cubicBezTo>
                  <a:pt x="10963" y="3666"/>
                  <a:pt x="10925" y="3661"/>
                  <a:pt x="10883" y="3648"/>
                </a:cubicBezTo>
                <a:cubicBezTo>
                  <a:pt x="11158" y="3462"/>
                  <a:pt x="11413" y="3288"/>
                  <a:pt x="11668" y="3115"/>
                </a:cubicBezTo>
                <a:cubicBezTo>
                  <a:pt x="11757" y="3145"/>
                  <a:pt x="11845" y="3158"/>
                  <a:pt x="11930" y="3158"/>
                </a:cubicBezTo>
                <a:cubicBezTo>
                  <a:pt x="12106" y="3158"/>
                  <a:pt x="12272" y="3101"/>
                  <a:pt x="12429" y="3018"/>
                </a:cubicBezTo>
                <a:cubicBezTo>
                  <a:pt x="13046" y="2693"/>
                  <a:pt x="13465" y="2197"/>
                  <a:pt x="13744" y="1589"/>
                </a:cubicBezTo>
                <a:cubicBezTo>
                  <a:pt x="13904" y="1244"/>
                  <a:pt x="14001" y="880"/>
                  <a:pt x="14017" y="495"/>
                </a:cubicBezTo>
                <a:cubicBezTo>
                  <a:pt x="14023" y="319"/>
                  <a:pt x="13939" y="188"/>
                  <a:pt x="13841" y="56"/>
                </a:cubicBezTo>
                <a:cubicBezTo>
                  <a:pt x="13810" y="15"/>
                  <a:pt x="13774" y="1"/>
                  <a:pt x="137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692" name="Shape 692"/>
        <p:cNvGrpSpPr/>
        <p:nvPr/>
      </p:nvGrpSpPr>
      <p:grpSpPr>
        <a:xfrm>
          <a:off x="0" y="0"/>
          <a:ext cx="0" cy="0"/>
          <a:chOff x="0" y="0"/>
          <a:chExt cx="0" cy="0"/>
        </a:xfrm>
      </p:grpSpPr>
      <p:sp>
        <p:nvSpPr>
          <p:cNvPr id="693" name="Google Shape;693;p29"/>
          <p:cNvSpPr/>
          <p:nvPr/>
        </p:nvSpPr>
        <p:spPr>
          <a:xfrm flipH="1" rot="-2226225">
            <a:off x="5025619" y="3924852"/>
            <a:ext cx="5762066" cy="2951260"/>
          </a:xfrm>
          <a:custGeom>
            <a:rect b="b" l="l" r="r" t="t"/>
            <a:pathLst>
              <a:path extrusionOk="0" h="58330" w="113884">
                <a:moveTo>
                  <a:pt x="16844" y="0"/>
                </a:moveTo>
                <a:cubicBezTo>
                  <a:pt x="11180" y="0"/>
                  <a:pt x="5580" y="3527"/>
                  <a:pt x="3301" y="8745"/>
                </a:cubicBezTo>
                <a:lnTo>
                  <a:pt x="3283" y="7941"/>
                </a:lnTo>
                <a:lnTo>
                  <a:pt x="3283" y="7941"/>
                </a:lnTo>
                <a:cubicBezTo>
                  <a:pt x="0" y="11801"/>
                  <a:pt x="5957" y="16184"/>
                  <a:pt x="7925" y="18760"/>
                </a:cubicBezTo>
                <a:cubicBezTo>
                  <a:pt x="9528" y="20857"/>
                  <a:pt x="10818" y="23173"/>
                  <a:pt x="12103" y="25480"/>
                </a:cubicBezTo>
                <a:cubicBezTo>
                  <a:pt x="13591" y="28152"/>
                  <a:pt x="15936" y="31151"/>
                  <a:pt x="16566" y="34107"/>
                </a:cubicBezTo>
                <a:cubicBezTo>
                  <a:pt x="17156" y="36874"/>
                  <a:pt x="17573" y="39395"/>
                  <a:pt x="18916" y="41950"/>
                </a:cubicBezTo>
                <a:cubicBezTo>
                  <a:pt x="21467" y="46804"/>
                  <a:pt x="25858" y="50750"/>
                  <a:pt x="31129" y="52393"/>
                </a:cubicBezTo>
                <a:cubicBezTo>
                  <a:pt x="33002" y="52977"/>
                  <a:pt x="34953" y="53256"/>
                  <a:pt x="36906" y="53256"/>
                </a:cubicBezTo>
                <a:cubicBezTo>
                  <a:pt x="43752" y="53256"/>
                  <a:pt x="50636" y="49824"/>
                  <a:pt x="54368" y="44047"/>
                </a:cubicBezTo>
                <a:cubicBezTo>
                  <a:pt x="56170" y="41259"/>
                  <a:pt x="57371" y="37924"/>
                  <a:pt x="60039" y="35951"/>
                </a:cubicBezTo>
                <a:cubicBezTo>
                  <a:pt x="61556" y="34828"/>
                  <a:pt x="63405" y="34312"/>
                  <a:pt x="65285" y="34312"/>
                </a:cubicBezTo>
                <a:cubicBezTo>
                  <a:pt x="67447" y="34312"/>
                  <a:pt x="69651" y="34994"/>
                  <a:pt x="71443" y="36217"/>
                </a:cubicBezTo>
                <a:cubicBezTo>
                  <a:pt x="74792" y="38504"/>
                  <a:pt x="76825" y="42346"/>
                  <a:pt x="77748" y="46297"/>
                </a:cubicBezTo>
                <a:cubicBezTo>
                  <a:pt x="78214" y="48290"/>
                  <a:pt x="78426" y="50332"/>
                  <a:pt x="78517" y="52374"/>
                </a:cubicBezTo>
                <a:cubicBezTo>
                  <a:pt x="78581" y="53804"/>
                  <a:pt x="78277" y="55740"/>
                  <a:pt x="78896" y="57090"/>
                </a:cubicBezTo>
                <a:cubicBezTo>
                  <a:pt x="79312" y="57995"/>
                  <a:pt x="80059" y="58330"/>
                  <a:pt x="80944" y="58330"/>
                </a:cubicBezTo>
                <a:cubicBezTo>
                  <a:pt x="82875" y="58330"/>
                  <a:pt x="85467" y="56738"/>
                  <a:pt x="86729" y="56004"/>
                </a:cubicBezTo>
                <a:cubicBezTo>
                  <a:pt x="89605" y="54327"/>
                  <a:pt x="92118" y="52094"/>
                  <a:pt x="94482" y="49750"/>
                </a:cubicBezTo>
                <a:cubicBezTo>
                  <a:pt x="102168" y="42125"/>
                  <a:pt x="108491" y="33130"/>
                  <a:pt x="113067" y="23319"/>
                </a:cubicBezTo>
                <a:cubicBezTo>
                  <a:pt x="113484" y="22426"/>
                  <a:pt x="113883" y="21365"/>
                  <a:pt x="113419" y="20496"/>
                </a:cubicBezTo>
                <a:cubicBezTo>
                  <a:pt x="113026" y="19759"/>
                  <a:pt x="112149" y="19444"/>
                  <a:pt x="111343" y="19220"/>
                </a:cubicBezTo>
                <a:cubicBezTo>
                  <a:pt x="108409" y="18407"/>
                  <a:pt x="105366" y="18004"/>
                  <a:pt x="102322" y="18004"/>
                </a:cubicBezTo>
                <a:cubicBezTo>
                  <a:pt x="98024" y="18004"/>
                  <a:pt x="93726" y="18808"/>
                  <a:pt x="89733" y="20398"/>
                </a:cubicBezTo>
                <a:cubicBezTo>
                  <a:pt x="86749" y="21586"/>
                  <a:pt x="83940" y="23197"/>
                  <a:pt x="80920" y="24291"/>
                </a:cubicBezTo>
                <a:cubicBezTo>
                  <a:pt x="78917" y="25016"/>
                  <a:pt x="76902" y="25374"/>
                  <a:pt x="74893" y="25374"/>
                </a:cubicBezTo>
                <a:cubicBezTo>
                  <a:pt x="72667" y="25374"/>
                  <a:pt x="70449" y="24934"/>
                  <a:pt x="68266" y="24063"/>
                </a:cubicBezTo>
                <a:cubicBezTo>
                  <a:pt x="64479" y="22555"/>
                  <a:pt x="60940" y="20164"/>
                  <a:pt x="56802" y="19727"/>
                </a:cubicBezTo>
                <a:cubicBezTo>
                  <a:pt x="56328" y="19677"/>
                  <a:pt x="55854" y="19655"/>
                  <a:pt x="55381" y="19655"/>
                </a:cubicBezTo>
                <a:cubicBezTo>
                  <a:pt x="52981" y="19655"/>
                  <a:pt x="50588" y="20241"/>
                  <a:pt x="48254" y="20862"/>
                </a:cubicBezTo>
                <a:cubicBezTo>
                  <a:pt x="45599" y="21568"/>
                  <a:pt x="42909" y="22327"/>
                  <a:pt x="40168" y="22327"/>
                </a:cubicBezTo>
                <a:cubicBezTo>
                  <a:pt x="40025" y="22327"/>
                  <a:pt x="39881" y="22324"/>
                  <a:pt x="39737" y="22320"/>
                </a:cubicBezTo>
                <a:cubicBezTo>
                  <a:pt x="37271" y="22246"/>
                  <a:pt x="33990" y="21360"/>
                  <a:pt x="32533" y="19162"/>
                </a:cubicBezTo>
                <a:cubicBezTo>
                  <a:pt x="31275" y="17267"/>
                  <a:pt x="31439" y="14605"/>
                  <a:pt x="31117" y="12441"/>
                </a:cubicBezTo>
                <a:cubicBezTo>
                  <a:pt x="30195" y="6226"/>
                  <a:pt x="24829" y="944"/>
                  <a:pt x="18601" y="115"/>
                </a:cubicBezTo>
                <a:cubicBezTo>
                  <a:pt x="18017" y="38"/>
                  <a:pt x="17430" y="0"/>
                  <a:pt x="16844" y="0"/>
                </a:cubicBezTo>
                <a:close/>
              </a:path>
            </a:pathLst>
          </a:custGeom>
          <a:solidFill>
            <a:srgbClr val="BA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9"/>
          <p:cNvSpPr/>
          <p:nvPr/>
        </p:nvSpPr>
        <p:spPr>
          <a:xfrm flipH="1" rot="-8612904">
            <a:off x="-43632" y="4321632"/>
            <a:ext cx="1022575" cy="1151691"/>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9"/>
          <p:cNvSpPr/>
          <p:nvPr/>
        </p:nvSpPr>
        <p:spPr>
          <a:xfrm flipH="1" rot="-8612904">
            <a:off x="-60659" y="4485047"/>
            <a:ext cx="911233" cy="848938"/>
          </a:xfrm>
          <a:custGeom>
            <a:rect b="b" l="l" r="r" t="t"/>
            <a:pathLst>
              <a:path extrusionOk="0" h="33960" w="36452">
                <a:moveTo>
                  <a:pt x="5329" y="0"/>
                </a:moveTo>
                <a:cubicBezTo>
                  <a:pt x="5231" y="0"/>
                  <a:pt x="5132" y="34"/>
                  <a:pt x="5053" y="103"/>
                </a:cubicBezTo>
                <a:cubicBezTo>
                  <a:pt x="1281" y="3350"/>
                  <a:pt x="0" y="7954"/>
                  <a:pt x="1352" y="13414"/>
                </a:cubicBezTo>
                <a:cubicBezTo>
                  <a:pt x="3573" y="22389"/>
                  <a:pt x="12644" y="31620"/>
                  <a:pt x="21159" y="33573"/>
                </a:cubicBezTo>
                <a:cubicBezTo>
                  <a:pt x="22288" y="33832"/>
                  <a:pt x="23376" y="33960"/>
                  <a:pt x="24421" y="33960"/>
                </a:cubicBezTo>
                <a:cubicBezTo>
                  <a:pt x="27871" y="33960"/>
                  <a:pt x="30837" y="32559"/>
                  <a:pt x="33115" y="29819"/>
                </a:cubicBezTo>
                <a:cubicBezTo>
                  <a:pt x="36312" y="25973"/>
                  <a:pt x="36451" y="20909"/>
                  <a:pt x="33509" y="15560"/>
                </a:cubicBezTo>
                <a:cubicBezTo>
                  <a:pt x="31361" y="11656"/>
                  <a:pt x="27671" y="7798"/>
                  <a:pt x="23385" y="4978"/>
                </a:cubicBezTo>
                <a:cubicBezTo>
                  <a:pt x="19577" y="2472"/>
                  <a:pt x="15771" y="1096"/>
                  <a:pt x="12729" y="1096"/>
                </a:cubicBezTo>
                <a:cubicBezTo>
                  <a:pt x="12328" y="1096"/>
                  <a:pt x="11941" y="1120"/>
                  <a:pt x="11569" y="1168"/>
                </a:cubicBezTo>
                <a:cubicBezTo>
                  <a:pt x="8736" y="1535"/>
                  <a:pt x="6854" y="3268"/>
                  <a:pt x="6124" y="6183"/>
                </a:cubicBezTo>
                <a:cubicBezTo>
                  <a:pt x="5171" y="9982"/>
                  <a:pt x="6691" y="14456"/>
                  <a:pt x="10404" y="18778"/>
                </a:cubicBezTo>
                <a:cubicBezTo>
                  <a:pt x="13531" y="22419"/>
                  <a:pt x="17937" y="25511"/>
                  <a:pt x="21630" y="26651"/>
                </a:cubicBezTo>
                <a:cubicBezTo>
                  <a:pt x="22598" y="26951"/>
                  <a:pt x="23550" y="27099"/>
                  <a:pt x="24450" y="27099"/>
                </a:cubicBezTo>
                <a:cubicBezTo>
                  <a:pt x="25797" y="27099"/>
                  <a:pt x="27025" y="26766"/>
                  <a:pt x="28004" y="26112"/>
                </a:cubicBezTo>
                <a:cubicBezTo>
                  <a:pt x="29436" y="25155"/>
                  <a:pt x="30294" y="23571"/>
                  <a:pt x="30485" y="21529"/>
                </a:cubicBezTo>
                <a:cubicBezTo>
                  <a:pt x="30898" y="17095"/>
                  <a:pt x="27387" y="12229"/>
                  <a:pt x="23963" y="9153"/>
                </a:cubicBezTo>
                <a:cubicBezTo>
                  <a:pt x="22882" y="8183"/>
                  <a:pt x="17944" y="3966"/>
                  <a:pt x="13749" y="3966"/>
                </a:cubicBezTo>
                <a:cubicBezTo>
                  <a:pt x="13046" y="3966"/>
                  <a:pt x="12364" y="4085"/>
                  <a:pt x="11724" y="4357"/>
                </a:cubicBezTo>
                <a:cubicBezTo>
                  <a:pt x="10531" y="4864"/>
                  <a:pt x="9739" y="5688"/>
                  <a:pt x="9372" y="6807"/>
                </a:cubicBezTo>
                <a:cubicBezTo>
                  <a:pt x="8506" y="9447"/>
                  <a:pt x="10259" y="12852"/>
                  <a:pt x="11052" y="14192"/>
                </a:cubicBezTo>
                <a:cubicBezTo>
                  <a:pt x="13201" y="17825"/>
                  <a:pt x="17937" y="23088"/>
                  <a:pt x="22375" y="23088"/>
                </a:cubicBezTo>
                <a:cubicBezTo>
                  <a:pt x="22490" y="23088"/>
                  <a:pt x="22604" y="23084"/>
                  <a:pt x="22718" y="23077"/>
                </a:cubicBezTo>
                <a:cubicBezTo>
                  <a:pt x="24860" y="22943"/>
                  <a:pt x="25865" y="21925"/>
                  <a:pt x="26332" y="21094"/>
                </a:cubicBezTo>
                <a:cubicBezTo>
                  <a:pt x="27141" y="19651"/>
                  <a:pt x="26998" y="17606"/>
                  <a:pt x="25950" y="15626"/>
                </a:cubicBezTo>
                <a:cubicBezTo>
                  <a:pt x="24656" y="13181"/>
                  <a:pt x="19372" y="7234"/>
                  <a:pt x="16302" y="6967"/>
                </a:cubicBezTo>
                <a:cubicBezTo>
                  <a:pt x="16127" y="6952"/>
                  <a:pt x="15961" y="6945"/>
                  <a:pt x="15804" y="6945"/>
                </a:cubicBezTo>
                <a:cubicBezTo>
                  <a:pt x="14349" y="6945"/>
                  <a:pt x="13618" y="7558"/>
                  <a:pt x="13256" y="8102"/>
                </a:cubicBezTo>
                <a:cubicBezTo>
                  <a:pt x="12282" y="9570"/>
                  <a:pt x="12914" y="11944"/>
                  <a:pt x="13753" y="13530"/>
                </a:cubicBezTo>
                <a:cubicBezTo>
                  <a:pt x="14480" y="14906"/>
                  <a:pt x="18042" y="19554"/>
                  <a:pt x="20996" y="20282"/>
                </a:cubicBezTo>
                <a:cubicBezTo>
                  <a:pt x="21259" y="20346"/>
                  <a:pt x="21512" y="20378"/>
                  <a:pt x="21752" y="20378"/>
                </a:cubicBezTo>
                <a:cubicBezTo>
                  <a:pt x="22243" y="20378"/>
                  <a:pt x="22686" y="20244"/>
                  <a:pt x="23075" y="19977"/>
                </a:cubicBezTo>
                <a:cubicBezTo>
                  <a:pt x="23616" y="19605"/>
                  <a:pt x="24151" y="18815"/>
                  <a:pt x="23630" y="17156"/>
                </a:cubicBezTo>
                <a:cubicBezTo>
                  <a:pt x="22866" y="14724"/>
                  <a:pt x="19993" y="11355"/>
                  <a:pt x="18203" y="11355"/>
                </a:cubicBezTo>
                <a:lnTo>
                  <a:pt x="18194" y="11355"/>
                </a:lnTo>
                <a:cubicBezTo>
                  <a:pt x="17843" y="11357"/>
                  <a:pt x="17213" y="11494"/>
                  <a:pt x="16944" y="12385"/>
                </a:cubicBezTo>
                <a:cubicBezTo>
                  <a:pt x="16742" y="13058"/>
                  <a:pt x="17194" y="13870"/>
                  <a:pt x="17641" y="14362"/>
                </a:cubicBezTo>
                <a:cubicBezTo>
                  <a:pt x="18088" y="14856"/>
                  <a:pt x="18587" y="15123"/>
                  <a:pt x="19039" y="15123"/>
                </a:cubicBezTo>
                <a:cubicBezTo>
                  <a:pt x="19110" y="15123"/>
                  <a:pt x="19180" y="15117"/>
                  <a:pt x="19248" y="15103"/>
                </a:cubicBezTo>
                <a:cubicBezTo>
                  <a:pt x="19478" y="15057"/>
                  <a:pt x="19628" y="14834"/>
                  <a:pt x="19581" y="14606"/>
                </a:cubicBezTo>
                <a:cubicBezTo>
                  <a:pt x="19542" y="14404"/>
                  <a:pt x="19365" y="14264"/>
                  <a:pt x="19167" y="14264"/>
                </a:cubicBezTo>
                <a:cubicBezTo>
                  <a:pt x="19140" y="14264"/>
                  <a:pt x="19112" y="14267"/>
                  <a:pt x="19084" y="14273"/>
                </a:cubicBezTo>
                <a:cubicBezTo>
                  <a:pt x="19069" y="14275"/>
                  <a:pt x="19054" y="14277"/>
                  <a:pt x="19037" y="14277"/>
                </a:cubicBezTo>
                <a:cubicBezTo>
                  <a:pt x="18870" y="14277"/>
                  <a:pt x="18575" y="14133"/>
                  <a:pt x="18267" y="13793"/>
                </a:cubicBezTo>
                <a:cubicBezTo>
                  <a:pt x="17863" y="13346"/>
                  <a:pt x="17689" y="12850"/>
                  <a:pt x="17757" y="12628"/>
                </a:cubicBezTo>
                <a:cubicBezTo>
                  <a:pt x="17884" y="12203"/>
                  <a:pt x="18089" y="12203"/>
                  <a:pt x="18200" y="12201"/>
                </a:cubicBezTo>
                <a:lnTo>
                  <a:pt x="18205" y="12201"/>
                </a:lnTo>
                <a:cubicBezTo>
                  <a:pt x="19356" y="12201"/>
                  <a:pt x="22077" y="15040"/>
                  <a:pt x="22822" y="17410"/>
                </a:cubicBezTo>
                <a:cubicBezTo>
                  <a:pt x="23024" y="18053"/>
                  <a:pt x="23149" y="18898"/>
                  <a:pt x="22594" y="19278"/>
                </a:cubicBezTo>
                <a:cubicBezTo>
                  <a:pt x="22350" y="19448"/>
                  <a:pt x="22071" y="19532"/>
                  <a:pt x="21751" y="19532"/>
                </a:cubicBezTo>
                <a:cubicBezTo>
                  <a:pt x="21579" y="19532"/>
                  <a:pt x="21395" y="19507"/>
                  <a:pt x="21198" y="19459"/>
                </a:cubicBezTo>
                <a:cubicBezTo>
                  <a:pt x="18667" y="18836"/>
                  <a:pt x="15231" y="14516"/>
                  <a:pt x="14502" y="13134"/>
                </a:cubicBezTo>
                <a:cubicBezTo>
                  <a:pt x="13740" y="11693"/>
                  <a:pt x="13245" y="9649"/>
                  <a:pt x="13962" y="8570"/>
                </a:cubicBezTo>
                <a:cubicBezTo>
                  <a:pt x="14306" y="8052"/>
                  <a:pt x="14921" y="7791"/>
                  <a:pt x="15795" y="7791"/>
                </a:cubicBezTo>
                <a:cubicBezTo>
                  <a:pt x="15933" y="7791"/>
                  <a:pt x="16077" y="7797"/>
                  <a:pt x="16228" y="7810"/>
                </a:cubicBezTo>
                <a:cubicBezTo>
                  <a:pt x="18929" y="8046"/>
                  <a:pt x="24040" y="13826"/>
                  <a:pt x="25200" y="16020"/>
                </a:cubicBezTo>
                <a:cubicBezTo>
                  <a:pt x="26101" y="17722"/>
                  <a:pt x="26250" y="19506"/>
                  <a:pt x="25592" y="20679"/>
                </a:cubicBezTo>
                <a:cubicBezTo>
                  <a:pt x="25073" y="21607"/>
                  <a:pt x="24060" y="22145"/>
                  <a:pt x="22665" y="22231"/>
                </a:cubicBezTo>
                <a:cubicBezTo>
                  <a:pt x="22569" y="22237"/>
                  <a:pt x="22472" y="22240"/>
                  <a:pt x="22376" y="22240"/>
                </a:cubicBezTo>
                <a:cubicBezTo>
                  <a:pt x="18321" y="22240"/>
                  <a:pt x="13752" y="17094"/>
                  <a:pt x="11781" y="13762"/>
                </a:cubicBezTo>
                <a:cubicBezTo>
                  <a:pt x="11208" y="12793"/>
                  <a:pt x="9397" y="9446"/>
                  <a:pt x="10177" y="7071"/>
                </a:cubicBezTo>
                <a:cubicBezTo>
                  <a:pt x="10470" y="6181"/>
                  <a:pt x="11083" y="5549"/>
                  <a:pt x="12056" y="5136"/>
                </a:cubicBezTo>
                <a:cubicBezTo>
                  <a:pt x="12570" y="4918"/>
                  <a:pt x="13136" y="4818"/>
                  <a:pt x="13738" y="4818"/>
                </a:cubicBezTo>
                <a:cubicBezTo>
                  <a:pt x="16749" y="4818"/>
                  <a:pt x="20647" y="7311"/>
                  <a:pt x="23397" y="9783"/>
                </a:cubicBezTo>
                <a:cubicBezTo>
                  <a:pt x="26668" y="12721"/>
                  <a:pt x="30026" y="17329"/>
                  <a:pt x="29641" y="21450"/>
                </a:cubicBezTo>
                <a:cubicBezTo>
                  <a:pt x="29476" y="23228"/>
                  <a:pt x="28747" y="24597"/>
                  <a:pt x="27534" y="25408"/>
                </a:cubicBezTo>
                <a:cubicBezTo>
                  <a:pt x="26694" y="25968"/>
                  <a:pt x="25631" y="26253"/>
                  <a:pt x="24452" y="26253"/>
                </a:cubicBezTo>
                <a:cubicBezTo>
                  <a:pt x="23638" y="26253"/>
                  <a:pt x="22769" y="26117"/>
                  <a:pt x="21881" y="25842"/>
                </a:cubicBezTo>
                <a:cubicBezTo>
                  <a:pt x="14620" y="23598"/>
                  <a:pt x="5040" y="13991"/>
                  <a:pt x="6945" y="6389"/>
                </a:cubicBezTo>
                <a:cubicBezTo>
                  <a:pt x="7592" y="3805"/>
                  <a:pt x="9184" y="2330"/>
                  <a:pt x="11678" y="2008"/>
                </a:cubicBezTo>
                <a:cubicBezTo>
                  <a:pt x="12020" y="1964"/>
                  <a:pt x="12374" y="1942"/>
                  <a:pt x="12738" y="1942"/>
                </a:cubicBezTo>
                <a:cubicBezTo>
                  <a:pt x="19108" y="1942"/>
                  <a:pt x="28674" y="8530"/>
                  <a:pt x="32766" y="15966"/>
                </a:cubicBezTo>
                <a:cubicBezTo>
                  <a:pt x="34722" y="19520"/>
                  <a:pt x="36257" y="24714"/>
                  <a:pt x="32463" y="29278"/>
                </a:cubicBezTo>
                <a:cubicBezTo>
                  <a:pt x="30003" y="32235"/>
                  <a:pt x="27037" y="33106"/>
                  <a:pt x="24395" y="33106"/>
                </a:cubicBezTo>
                <a:cubicBezTo>
                  <a:pt x="23305" y="33106"/>
                  <a:pt x="22270" y="32958"/>
                  <a:pt x="21349" y="32747"/>
                </a:cubicBezTo>
                <a:cubicBezTo>
                  <a:pt x="13108" y="30857"/>
                  <a:pt x="4328" y="21911"/>
                  <a:pt x="2175" y="13211"/>
                </a:cubicBezTo>
                <a:cubicBezTo>
                  <a:pt x="1289" y="9634"/>
                  <a:pt x="1166" y="4566"/>
                  <a:pt x="5606" y="746"/>
                </a:cubicBezTo>
                <a:cubicBezTo>
                  <a:pt x="5783" y="593"/>
                  <a:pt x="5803" y="325"/>
                  <a:pt x="5650" y="148"/>
                </a:cubicBezTo>
                <a:cubicBezTo>
                  <a:pt x="5567" y="50"/>
                  <a:pt x="5448" y="0"/>
                  <a:pt x="5329" y="0"/>
                </a:cubicBezTo>
                <a:close/>
              </a:path>
            </a:pathLst>
          </a:custGeom>
          <a:solidFill>
            <a:srgbClr val="FAF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9"/>
          <p:cNvSpPr/>
          <p:nvPr/>
        </p:nvSpPr>
        <p:spPr>
          <a:xfrm flipH="1" rot="3464226">
            <a:off x="6839274" y="-487927"/>
            <a:ext cx="1022641" cy="1151765"/>
          </a:xfrm>
          <a:custGeom>
            <a:rect b="b" l="l" r="r" t="t"/>
            <a:pathLst>
              <a:path extrusionOk="0" h="46071" w="40906">
                <a:moveTo>
                  <a:pt x="24508" y="0"/>
                </a:moveTo>
                <a:lnTo>
                  <a:pt x="24880" y="3747"/>
                </a:lnTo>
                <a:cubicBezTo>
                  <a:pt x="23239" y="2092"/>
                  <a:pt x="20941" y="1403"/>
                  <a:pt x="18582" y="1403"/>
                </a:cubicBezTo>
                <a:cubicBezTo>
                  <a:pt x="17119" y="1403"/>
                  <a:pt x="15632" y="1668"/>
                  <a:pt x="14264" y="2132"/>
                </a:cubicBezTo>
                <a:cubicBezTo>
                  <a:pt x="8344" y="4138"/>
                  <a:pt x="3786" y="9348"/>
                  <a:pt x="1893" y="15304"/>
                </a:cubicBezTo>
                <a:cubicBezTo>
                  <a:pt x="0" y="21261"/>
                  <a:pt x="608" y="27844"/>
                  <a:pt x="2873" y="33668"/>
                </a:cubicBezTo>
                <a:cubicBezTo>
                  <a:pt x="4582" y="38060"/>
                  <a:pt x="7387" y="42249"/>
                  <a:pt x="11565" y="44425"/>
                </a:cubicBezTo>
                <a:cubicBezTo>
                  <a:pt x="13756" y="45567"/>
                  <a:pt x="16181" y="46070"/>
                  <a:pt x="18642" y="46070"/>
                </a:cubicBezTo>
                <a:cubicBezTo>
                  <a:pt x="21776" y="46070"/>
                  <a:pt x="24968" y="45254"/>
                  <a:pt x="27806" y="43898"/>
                </a:cubicBezTo>
                <a:cubicBezTo>
                  <a:pt x="32214" y="41793"/>
                  <a:pt x="36073" y="38384"/>
                  <a:pt x="38277" y="34025"/>
                </a:cubicBezTo>
                <a:cubicBezTo>
                  <a:pt x="40480" y="29665"/>
                  <a:pt x="40905" y="24339"/>
                  <a:pt x="38977" y="19851"/>
                </a:cubicBezTo>
                <a:cubicBezTo>
                  <a:pt x="35711" y="12250"/>
                  <a:pt x="26518" y="8025"/>
                  <a:pt x="24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7" name="Google Shape;697;p29"/>
          <p:cNvGrpSpPr/>
          <p:nvPr/>
        </p:nvGrpSpPr>
        <p:grpSpPr>
          <a:xfrm flipH="1" rot="5400000">
            <a:off x="8228564" y="1253599"/>
            <a:ext cx="1249969" cy="966572"/>
            <a:chOff x="2459150" y="928000"/>
            <a:chExt cx="785650" cy="607525"/>
          </a:xfrm>
        </p:grpSpPr>
        <p:sp>
          <p:nvSpPr>
            <p:cNvPr id="698" name="Google Shape;698;p29"/>
            <p:cNvSpPr/>
            <p:nvPr/>
          </p:nvSpPr>
          <p:spPr>
            <a:xfrm>
              <a:off x="2459150" y="928000"/>
              <a:ext cx="640750" cy="553450"/>
            </a:xfrm>
            <a:custGeom>
              <a:rect b="b" l="l" r="r" t="t"/>
              <a:pathLst>
                <a:path extrusionOk="0" h="22138" w="25630">
                  <a:moveTo>
                    <a:pt x="297" y="1"/>
                  </a:moveTo>
                  <a:cubicBezTo>
                    <a:pt x="258" y="1"/>
                    <a:pt x="217" y="15"/>
                    <a:pt x="175" y="48"/>
                  </a:cubicBezTo>
                  <a:cubicBezTo>
                    <a:pt x="1" y="183"/>
                    <a:pt x="150" y="372"/>
                    <a:pt x="238" y="527"/>
                  </a:cubicBezTo>
                  <a:cubicBezTo>
                    <a:pt x="423" y="862"/>
                    <a:pt x="667" y="1154"/>
                    <a:pt x="895" y="1463"/>
                  </a:cubicBezTo>
                  <a:cubicBezTo>
                    <a:pt x="2034" y="2990"/>
                    <a:pt x="3148" y="4537"/>
                    <a:pt x="4353" y="6018"/>
                  </a:cubicBezTo>
                  <a:cubicBezTo>
                    <a:pt x="4464" y="6153"/>
                    <a:pt x="4517" y="6294"/>
                    <a:pt x="4530" y="6465"/>
                  </a:cubicBezTo>
                  <a:cubicBezTo>
                    <a:pt x="4617" y="7461"/>
                    <a:pt x="4845" y="8438"/>
                    <a:pt x="5105" y="9409"/>
                  </a:cubicBezTo>
                  <a:cubicBezTo>
                    <a:pt x="5022" y="9657"/>
                    <a:pt x="5027" y="9907"/>
                    <a:pt x="5113" y="10167"/>
                  </a:cubicBezTo>
                  <a:cubicBezTo>
                    <a:pt x="5432" y="11137"/>
                    <a:pt x="5773" y="12098"/>
                    <a:pt x="6189" y="13034"/>
                  </a:cubicBezTo>
                  <a:cubicBezTo>
                    <a:pt x="6217" y="13094"/>
                    <a:pt x="6235" y="13159"/>
                    <a:pt x="6269" y="13216"/>
                  </a:cubicBezTo>
                  <a:cubicBezTo>
                    <a:pt x="6396" y="13419"/>
                    <a:pt x="6525" y="13661"/>
                    <a:pt x="6759" y="13661"/>
                  </a:cubicBezTo>
                  <a:cubicBezTo>
                    <a:pt x="6801" y="13661"/>
                    <a:pt x="6846" y="13654"/>
                    <a:pt x="6895" y="13637"/>
                  </a:cubicBezTo>
                  <a:cubicBezTo>
                    <a:pt x="7184" y="13536"/>
                    <a:pt x="7187" y="13225"/>
                    <a:pt x="7103" y="12974"/>
                  </a:cubicBezTo>
                  <a:cubicBezTo>
                    <a:pt x="6676" y="11685"/>
                    <a:pt x="6340" y="10360"/>
                    <a:pt x="5649" y="9162"/>
                  </a:cubicBezTo>
                  <a:cubicBezTo>
                    <a:pt x="5423" y="8506"/>
                    <a:pt x="5298" y="7832"/>
                    <a:pt x="5193" y="7162"/>
                  </a:cubicBezTo>
                  <a:cubicBezTo>
                    <a:pt x="5226" y="7146"/>
                    <a:pt x="5253" y="7140"/>
                    <a:pt x="5276" y="7140"/>
                  </a:cubicBezTo>
                  <a:cubicBezTo>
                    <a:pt x="5363" y="7140"/>
                    <a:pt x="5392" y="7232"/>
                    <a:pt x="5434" y="7282"/>
                  </a:cubicBezTo>
                  <a:cubicBezTo>
                    <a:pt x="6835" y="8945"/>
                    <a:pt x="8308" y="10533"/>
                    <a:pt x="9909" y="11991"/>
                  </a:cubicBezTo>
                  <a:cubicBezTo>
                    <a:pt x="10130" y="12192"/>
                    <a:pt x="10250" y="12408"/>
                    <a:pt x="10307" y="12701"/>
                  </a:cubicBezTo>
                  <a:cubicBezTo>
                    <a:pt x="10463" y="13478"/>
                    <a:pt x="10774" y="14211"/>
                    <a:pt x="11048" y="14956"/>
                  </a:cubicBezTo>
                  <a:cubicBezTo>
                    <a:pt x="11124" y="15156"/>
                    <a:pt x="11188" y="15358"/>
                    <a:pt x="11258" y="15560"/>
                  </a:cubicBezTo>
                  <a:cubicBezTo>
                    <a:pt x="11207" y="15953"/>
                    <a:pt x="11386" y="16289"/>
                    <a:pt x="11554" y="16633"/>
                  </a:cubicBezTo>
                  <a:cubicBezTo>
                    <a:pt x="11947" y="17431"/>
                    <a:pt x="12378" y="18209"/>
                    <a:pt x="12805" y="18992"/>
                  </a:cubicBezTo>
                  <a:cubicBezTo>
                    <a:pt x="12836" y="19049"/>
                    <a:pt x="12868" y="19108"/>
                    <a:pt x="12908" y="19160"/>
                  </a:cubicBezTo>
                  <a:cubicBezTo>
                    <a:pt x="13041" y="19343"/>
                    <a:pt x="13183" y="19585"/>
                    <a:pt x="13386" y="19585"/>
                  </a:cubicBezTo>
                  <a:cubicBezTo>
                    <a:pt x="13436" y="19585"/>
                    <a:pt x="13490" y="19570"/>
                    <a:pt x="13548" y="19536"/>
                  </a:cubicBezTo>
                  <a:cubicBezTo>
                    <a:pt x="13559" y="19532"/>
                    <a:pt x="13565" y="19525"/>
                    <a:pt x="13573" y="19521"/>
                  </a:cubicBezTo>
                  <a:cubicBezTo>
                    <a:pt x="13784" y="19371"/>
                    <a:pt x="13594" y="19083"/>
                    <a:pt x="13503" y="18880"/>
                  </a:cubicBezTo>
                  <a:cubicBezTo>
                    <a:pt x="12978" y="17705"/>
                    <a:pt x="12354" y="16574"/>
                    <a:pt x="11917" y="15364"/>
                  </a:cubicBezTo>
                  <a:cubicBezTo>
                    <a:pt x="11830" y="15113"/>
                    <a:pt x="11571" y="15007"/>
                    <a:pt x="11457" y="14786"/>
                  </a:cubicBezTo>
                  <a:cubicBezTo>
                    <a:pt x="11446" y="14757"/>
                    <a:pt x="11435" y="14728"/>
                    <a:pt x="11424" y="14698"/>
                  </a:cubicBezTo>
                  <a:cubicBezTo>
                    <a:pt x="11216" y="14130"/>
                    <a:pt x="10996" y="13564"/>
                    <a:pt x="10817" y="12925"/>
                  </a:cubicBezTo>
                  <a:lnTo>
                    <a:pt x="10817" y="12925"/>
                  </a:lnTo>
                  <a:cubicBezTo>
                    <a:pt x="11070" y="12995"/>
                    <a:pt x="11190" y="13162"/>
                    <a:pt x="11330" y="13284"/>
                  </a:cubicBezTo>
                  <a:cubicBezTo>
                    <a:pt x="12272" y="14113"/>
                    <a:pt x="13184" y="14977"/>
                    <a:pt x="14158" y="15765"/>
                  </a:cubicBezTo>
                  <a:cubicBezTo>
                    <a:pt x="14786" y="16275"/>
                    <a:pt x="15437" y="16750"/>
                    <a:pt x="16131" y="17155"/>
                  </a:cubicBezTo>
                  <a:cubicBezTo>
                    <a:pt x="16549" y="17397"/>
                    <a:pt x="16926" y="17662"/>
                    <a:pt x="17184" y="18094"/>
                  </a:cubicBezTo>
                  <a:cubicBezTo>
                    <a:pt x="17276" y="18248"/>
                    <a:pt x="17410" y="18376"/>
                    <a:pt x="17526" y="18519"/>
                  </a:cubicBezTo>
                  <a:cubicBezTo>
                    <a:pt x="17649" y="18587"/>
                    <a:pt x="17681" y="18749"/>
                    <a:pt x="17808" y="18815"/>
                  </a:cubicBezTo>
                  <a:cubicBezTo>
                    <a:pt x="17839" y="18863"/>
                    <a:pt x="17873" y="18909"/>
                    <a:pt x="17906" y="18958"/>
                  </a:cubicBezTo>
                  <a:cubicBezTo>
                    <a:pt x="17950" y="19154"/>
                    <a:pt x="18022" y="19327"/>
                    <a:pt x="18167" y="19479"/>
                  </a:cubicBezTo>
                  <a:cubicBezTo>
                    <a:pt x="19062" y="20412"/>
                    <a:pt x="20039" y="21236"/>
                    <a:pt x="21132" y="21907"/>
                  </a:cubicBezTo>
                  <a:cubicBezTo>
                    <a:pt x="21297" y="22009"/>
                    <a:pt x="21500" y="22138"/>
                    <a:pt x="21678" y="22138"/>
                  </a:cubicBezTo>
                  <a:cubicBezTo>
                    <a:pt x="21779" y="22138"/>
                    <a:pt x="21872" y="22096"/>
                    <a:pt x="21944" y="21984"/>
                  </a:cubicBezTo>
                  <a:cubicBezTo>
                    <a:pt x="21951" y="21974"/>
                    <a:pt x="21957" y="21965"/>
                    <a:pt x="21958" y="21956"/>
                  </a:cubicBezTo>
                  <a:cubicBezTo>
                    <a:pt x="22117" y="21668"/>
                    <a:pt x="21758" y="21470"/>
                    <a:pt x="21559" y="21289"/>
                  </a:cubicBezTo>
                  <a:cubicBezTo>
                    <a:pt x="20685" y="20464"/>
                    <a:pt x="19719" y="19755"/>
                    <a:pt x="18845" y="18934"/>
                  </a:cubicBezTo>
                  <a:cubicBezTo>
                    <a:pt x="18805" y="18929"/>
                    <a:pt x="18765" y="18927"/>
                    <a:pt x="18726" y="18927"/>
                  </a:cubicBezTo>
                  <a:cubicBezTo>
                    <a:pt x="18693" y="18927"/>
                    <a:pt x="18660" y="18929"/>
                    <a:pt x="18628" y="18932"/>
                  </a:cubicBezTo>
                  <a:cubicBezTo>
                    <a:pt x="18412" y="18741"/>
                    <a:pt x="18178" y="18568"/>
                    <a:pt x="17996" y="18192"/>
                  </a:cubicBezTo>
                  <a:lnTo>
                    <a:pt x="17996" y="18192"/>
                  </a:lnTo>
                  <a:cubicBezTo>
                    <a:pt x="18649" y="18527"/>
                    <a:pt x="19216" y="18813"/>
                    <a:pt x="19784" y="19102"/>
                  </a:cubicBezTo>
                  <a:cubicBezTo>
                    <a:pt x="19764" y="19103"/>
                    <a:pt x="19745" y="19104"/>
                    <a:pt x="19725" y="19104"/>
                  </a:cubicBezTo>
                  <a:cubicBezTo>
                    <a:pt x="19603" y="19104"/>
                    <a:pt x="19482" y="19080"/>
                    <a:pt x="19361" y="19049"/>
                  </a:cubicBezTo>
                  <a:lnTo>
                    <a:pt x="19361" y="19049"/>
                  </a:lnTo>
                  <a:cubicBezTo>
                    <a:pt x="19466" y="19100"/>
                    <a:pt x="19569" y="19157"/>
                    <a:pt x="19668" y="19220"/>
                  </a:cubicBezTo>
                  <a:cubicBezTo>
                    <a:pt x="20007" y="19361"/>
                    <a:pt x="20348" y="19495"/>
                    <a:pt x="20699" y="19607"/>
                  </a:cubicBezTo>
                  <a:cubicBezTo>
                    <a:pt x="20792" y="19618"/>
                    <a:pt x="20882" y="19666"/>
                    <a:pt x="20977" y="19666"/>
                  </a:cubicBezTo>
                  <a:cubicBezTo>
                    <a:pt x="20986" y="19666"/>
                    <a:pt x="20995" y="19665"/>
                    <a:pt x="21004" y="19664"/>
                  </a:cubicBezTo>
                  <a:cubicBezTo>
                    <a:pt x="21023" y="19660"/>
                    <a:pt x="21037" y="19652"/>
                    <a:pt x="21052" y="19646"/>
                  </a:cubicBezTo>
                  <a:lnTo>
                    <a:pt x="21052" y="19646"/>
                  </a:lnTo>
                  <a:cubicBezTo>
                    <a:pt x="21030" y="19648"/>
                    <a:pt x="21009" y="19650"/>
                    <a:pt x="20989" y="19650"/>
                  </a:cubicBezTo>
                  <a:cubicBezTo>
                    <a:pt x="20903" y="19650"/>
                    <a:pt x="20833" y="19619"/>
                    <a:pt x="20813" y="19493"/>
                  </a:cubicBezTo>
                  <a:lnTo>
                    <a:pt x="20813" y="19493"/>
                  </a:lnTo>
                  <a:cubicBezTo>
                    <a:pt x="20899" y="19538"/>
                    <a:pt x="21010" y="19542"/>
                    <a:pt x="21069" y="19644"/>
                  </a:cubicBezTo>
                  <a:cubicBezTo>
                    <a:pt x="21705" y="19724"/>
                    <a:pt x="22310" y="19966"/>
                    <a:pt x="22929" y="20136"/>
                  </a:cubicBezTo>
                  <a:cubicBezTo>
                    <a:pt x="23555" y="20640"/>
                    <a:pt x="24298" y="20671"/>
                    <a:pt x="25016" y="20771"/>
                  </a:cubicBezTo>
                  <a:cubicBezTo>
                    <a:pt x="25058" y="20777"/>
                    <a:pt x="25100" y="20780"/>
                    <a:pt x="25142" y="20780"/>
                  </a:cubicBezTo>
                  <a:cubicBezTo>
                    <a:pt x="25341" y="20780"/>
                    <a:pt x="25526" y="20704"/>
                    <a:pt x="25574" y="20463"/>
                  </a:cubicBezTo>
                  <a:cubicBezTo>
                    <a:pt x="25629" y="20184"/>
                    <a:pt x="25434" y="19994"/>
                    <a:pt x="25215" y="19874"/>
                  </a:cubicBezTo>
                  <a:lnTo>
                    <a:pt x="25215" y="19875"/>
                  </a:lnTo>
                  <a:cubicBezTo>
                    <a:pt x="24812" y="19657"/>
                    <a:pt x="24397" y="19488"/>
                    <a:pt x="23956" y="19488"/>
                  </a:cubicBezTo>
                  <a:cubicBezTo>
                    <a:pt x="23844" y="19488"/>
                    <a:pt x="23731" y="19499"/>
                    <a:pt x="23615" y="19522"/>
                  </a:cubicBezTo>
                  <a:cubicBezTo>
                    <a:pt x="22139" y="19194"/>
                    <a:pt x="20690" y="18784"/>
                    <a:pt x="19318" y="18057"/>
                  </a:cubicBezTo>
                  <a:cubicBezTo>
                    <a:pt x="18307" y="17523"/>
                    <a:pt x="17278" y="17033"/>
                    <a:pt x="16316" y="16403"/>
                  </a:cubicBezTo>
                  <a:cubicBezTo>
                    <a:pt x="16171" y="16307"/>
                    <a:pt x="16002" y="16238"/>
                    <a:pt x="15869" y="16030"/>
                  </a:cubicBezTo>
                  <a:lnTo>
                    <a:pt x="15869" y="16030"/>
                  </a:lnTo>
                  <a:cubicBezTo>
                    <a:pt x="16549" y="16101"/>
                    <a:pt x="17179" y="16166"/>
                    <a:pt x="17808" y="16230"/>
                  </a:cubicBezTo>
                  <a:cubicBezTo>
                    <a:pt x="18059" y="16374"/>
                    <a:pt x="18316" y="16426"/>
                    <a:pt x="18596" y="16426"/>
                  </a:cubicBezTo>
                  <a:cubicBezTo>
                    <a:pt x="18608" y="16426"/>
                    <a:pt x="18620" y="16426"/>
                    <a:pt x="18632" y="16426"/>
                  </a:cubicBezTo>
                  <a:cubicBezTo>
                    <a:pt x="19278" y="16411"/>
                    <a:pt x="19929" y="16434"/>
                    <a:pt x="20567" y="16331"/>
                  </a:cubicBezTo>
                  <a:cubicBezTo>
                    <a:pt x="20764" y="16298"/>
                    <a:pt x="21012" y="16254"/>
                    <a:pt x="20993" y="15988"/>
                  </a:cubicBezTo>
                  <a:cubicBezTo>
                    <a:pt x="20977" y="15717"/>
                    <a:pt x="20722" y="15677"/>
                    <a:pt x="20519" y="15662"/>
                  </a:cubicBezTo>
                  <a:cubicBezTo>
                    <a:pt x="20063" y="15624"/>
                    <a:pt x="19602" y="15537"/>
                    <a:pt x="19147" y="15537"/>
                  </a:cubicBezTo>
                  <a:cubicBezTo>
                    <a:pt x="18838" y="15537"/>
                    <a:pt x="18533" y="15577"/>
                    <a:pt x="18233" y="15700"/>
                  </a:cubicBezTo>
                  <a:cubicBezTo>
                    <a:pt x="18186" y="15701"/>
                    <a:pt x="18138" y="15701"/>
                    <a:pt x="18091" y="15701"/>
                  </a:cubicBezTo>
                  <a:cubicBezTo>
                    <a:pt x="17108" y="15701"/>
                    <a:pt x="16133" y="15567"/>
                    <a:pt x="15159" y="15383"/>
                  </a:cubicBezTo>
                  <a:cubicBezTo>
                    <a:pt x="14901" y="15335"/>
                    <a:pt x="14668" y="15244"/>
                    <a:pt x="14463" y="15062"/>
                  </a:cubicBezTo>
                  <a:cubicBezTo>
                    <a:pt x="13465" y="14182"/>
                    <a:pt x="12463" y="13304"/>
                    <a:pt x="11464" y="12422"/>
                  </a:cubicBezTo>
                  <a:cubicBezTo>
                    <a:pt x="11444" y="12404"/>
                    <a:pt x="11437" y="12367"/>
                    <a:pt x="11406" y="12291"/>
                  </a:cubicBezTo>
                  <a:cubicBezTo>
                    <a:pt x="11897" y="12259"/>
                    <a:pt x="12377" y="12228"/>
                    <a:pt x="12856" y="12196"/>
                  </a:cubicBezTo>
                  <a:cubicBezTo>
                    <a:pt x="13021" y="12249"/>
                    <a:pt x="13186" y="12281"/>
                    <a:pt x="13351" y="12281"/>
                  </a:cubicBezTo>
                  <a:cubicBezTo>
                    <a:pt x="13451" y="12281"/>
                    <a:pt x="13551" y="12270"/>
                    <a:pt x="13651" y="12243"/>
                  </a:cubicBezTo>
                  <a:cubicBezTo>
                    <a:pt x="14693" y="11974"/>
                    <a:pt x="15749" y="11755"/>
                    <a:pt x="16760" y="11391"/>
                  </a:cubicBezTo>
                  <a:cubicBezTo>
                    <a:pt x="16892" y="11343"/>
                    <a:pt x="17022" y="11286"/>
                    <a:pt x="17147" y="11228"/>
                  </a:cubicBezTo>
                  <a:cubicBezTo>
                    <a:pt x="17333" y="11143"/>
                    <a:pt x="17561" y="11026"/>
                    <a:pt x="17476" y="10782"/>
                  </a:cubicBezTo>
                  <a:cubicBezTo>
                    <a:pt x="17419" y="10622"/>
                    <a:pt x="17277" y="10582"/>
                    <a:pt x="17131" y="10582"/>
                  </a:cubicBezTo>
                  <a:cubicBezTo>
                    <a:pt x="17061" y="10582"/>
                    <a:pt x="16991" y="10591"/>
                    <a:pt x="16928" y="10600"/>
                  </a:cubicBezTo>
                  <a:cubicBezTo>
                    <a:pt x="15675" y="10798"/>
                    <a:pt x="14446" y="11101"/>
                    <a:pt x="13198" y="11325"/>
                  </a:cubicBezTo>
                  <a:cubicBezTo>
                    <a:pt x="13024" y="11357"/>
                    <a:pt x="12913" y="11510"/>
                    <a:pt x="12747" y="11554"/>
                  </a:cubicBezTo>
                  <a:cubicBezTo>
                    <a:pt x="12141" y="11645"/>
                    <a:pt x="11527" y="11676"/>
                    <a:pt x="10914" y="11707"/>
                  </a:cubicBezTo>
                  <a:cubicBezTo>
                    <a:pt x="10901" y="11708"/>
                    <a:pt x="10889" y="11708"/>
                    <a:pt x="10877" y="11708"/>
                  </a:cubicBezTo>
                  <a:cubicBezTo>
                    <a:pt x="10702" y="11708"/>
                    <a:pt x="10571" y="11637"/>
                    <a:pt x="10441" y="11519"/>
                  </a:cubicBezTo>
                  <a:cubicBezTo>
                    <a:pt x="9171" y="10366"/>
                    <a:pt x="7957" y="9155"/>
                    <a:pt x="6801" y="7885"/>
                  </a:cubicBezTo>
                  <a:cubicBezTo>
                    <a:pt x="6332" y="7372"/>
                    <a:pt x="5882" y="6843"/>
                    <a:pt x="5429" y="6317"/>
                  </a:cubicBezTo>
                  <a:cubicBezTo>
                    <a:pt x="5367" y="6250"/>
                    <a:pt x="5276" y="6188"/>
                    <a:pt x="5281" y="6009"/>
                  </a:cubicBezTo>
                  <a:lnTo>
                    <a:pt x="5281" y="6009"/>
                  </a:lnTo>
                  <a:cubicBezTo>
                    <a:pt x="6141" y="6208"/>
                    <a:pt x="6987" y="6405"/>
                    <a:pt x="7836" y="6599"/>
                  </a:cubicBezTo>
                  <a:cubicBezTo>
                    <a:pt x="8026" y="6806"/>
                    <a:pt x="8265" y="6897"/>
                    <a:pt x="8518" y="6962"/>
                  </a:cubicBezTo>
                  <a:cubicBezTo>
                    <a:pt x="9656" y="7256"/>
                    <a:pt x="10775" y="7640"/>
                    <a:pt x="11925" y="7876"/>
                  </a:cubicBezTo>
                  <a:cubicBezTo>
                    <a:pt x="12004" y="7893"/>
                    <a:pt x="12079" y="7922"/>
                    <a:pt x="12159" y="7930"/>
                  </a:cubicBezTo>
                  <a:cubicBezTo>
                    <a:pt x="12199" y="7933"/>
                    <a:pt x="12241" y="7936"/>
                    <a:pt x="12281" y="7936"/>
                  </a:cubicBezTo>
                  <a:cubicBezTo>
                    <a:pt x="12387" y="7936"/>
                    <a:pt x="12486" y="7912"/>
                    <a:pt x="12531" y="7799"/>
                  </a:cubicBezTo>
                  <a:cubicBezTo>
                    <a:pt x="12605" y="7600"/>
                    <a:pt x="12437" y="7492"/>
                    <a:pt x="12303" y="7415"/>
                  </a:cubicBezTo>
                  <a:cubicBezTo>
                    <a:pt x="11817" y="7134"/>
                    <a:pt x="11292" y="6962"/>
                    <a:pt x="10782" y="6754"/>
                  </a:cubicBezTo>
                  <a:cubicBezTo>
                    <a:pt x="10194" y="6516"/>
                    <a:pt x="9592" y="6331"/>
                    <a:pt x="8992" y="6132"/>
                  </a:cubicBezTo>
                  <a:cubicBezTo>
                    <a:pt x="8875" y="6094"/>
                    <a:pt x="8758" y="6080"/>
                    <a:pt x="8642" y="6080"/>
                  </a:cubicBezTo>
                  <a:cubicBezTo>
                    <a:pt x="8555" y="6080"/>
                    <a:pt x="8467" y="6088"/>
                    <a:pt x="8379" y="6099"/>
                  </a:cubicBezTo>
                  <a:cubicBezTo>
                    <a:pt x="7910" y="5989"/>
                    <a:pt x="7443" y="5869"/>
                    <a:pt x="6973" y="5770"/>
                  </a:cubicBezTo>
                  <a:cubicBezTo>
                    <a:pt x="6314" y="5632"/>
                    <a:pt x="5654" y="5488"/>
                    <a:pt x="4991" y="5382"/>
                  </a:cubicBezTo>
                  <a:cubicBezTo>
                    <a:pt x="4665" y="5330"/>
                    <a:pt x="4430" y="5191"/>
                    <a:pt x="4225" y="4918"/>
                  </a:cubicBezTo>
                  <a:cubicBezTo>
                    <a:pt x="3555" y="4013"/>
                    <a:pt x="2861" y="3123"/>
                    <a:pt x="2188" y="2221"/>
                  </a:cubicBezTo>
                  <a:cubicBezTo>
                    <a:pt x="1712" y="1581"/>
                    <a:pt x="1215" y="960"/>
                    <a:pt x="711" y="345"/>
                  </a:cubicBezTo>
                  <a:cubicBezTo>
                    <a:pt x="679" y="307"/>
                    <a:pt x="651" y="265"/>
                    <a:pt x="616" y="230"/>
                  </a:cubicBezTo>
                  <a:cubicBezTo>
                    <a:pt x="520" y="132"/>
                    <a:pt x="416" y="1"/>
                    <a:pt x="297" y="1"/>
                  </a:cubicBezTo>
                  <a:close/>
                </a:path>
              </a:pathLst>
            </a:custGeom>
            <a:solidFill>
              <a:srgbClr val="7284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9"/>
            <p:cNvSpPr/>
            <p:nvPr/>
          </p:nvSpPr>
          <p:spPr>
            <a:xfrm>
              <a:off x="2902325" y="1401150"/>
              <a:ext cx="189300" cy="134375"/>
            </a:xfrm>
            <a:custGeom>
              <a:rect b="b" l="l" r="r" t="t"/>
              <a:pathLst>
                <a:path extrusionOk="0" h="5375" w="7572">
                  <a:moveTo>
                    <a:pt x="996" y="0"/>
                  </a:moveTo>
                  <a:cubicBezTo>
                    <a:pt x="964" y="0"/>
                    <a:pt x="932" y="2"/>
                    <a:pt x="901" y="6"/>
                  </a:cubicBezTo>
                  <a:cubicBezTo>
                    <a:pt x="1371" y="567"/>
                    <a:pt x="1944" y="1011"/>
                    <a:pt x="2494" y="1478"/>
                  </a:cubicBezTo>
                  <a:cubicBezTo>
                    <a:pt x="2972" y="1882"/>
                    <a:pt x="3464" y="2264"/>
                    <a:pt x="3914" y="2703"/>
                  </a:cubicBezTo>
                  <a:cubicBezTo>
                    <a:pt x="4005" y="2793"/>
                    <a:pt x="4088" y="2890"/>
                    <a:pt x="4204" y="3011"/>
                  </a:cubicBezTo>
                  <a:cubicBezTo>
                    <a:pt x="4148" y="3030"/>
                    <a:pt x="4097" y="3037"/>
                    <a:pt x="4049" y="3037"/>
                  </a:cubicBezTo>
                  <a:cubicBezTo>
                    <a:pt x="3884" y="3037"/>
                    <a:pt x="3757" y="2948"/>
                    <a:pt x="3629" y="2882"/>
                  </a:cubicBezTo>
                  <a:cubicBezTo>
                    <a:pt x="2900" y="2501"/>
                    <a:pt x="2299" y="1926"/>
                    <a:pt x="1656" y="1419"/>
                  </a:cubicBezTo>
                  <a:cubicBezTo>
                    <a:pt x="1124" y="1003"/>
                    <a:pt x="671" y="495"/>
                    <a:pt x="179" y="32"/>
                  </a:cubicBezTo>
                  <a:lnTo>
                    <a:pt x="179" y="32"/>
                  </a:lnTo>
                  <a:cubicBezTo>
                    <a:pt x="1" y="427"/>
                    <a:pt x="110" y="821"/>
                    <a:pt x="247" y="1216"/>
                  </a:cubicBezTo>
                  <a:cubicBezTo>
                    <a:pt x="651" y="2373"/>
                    <a:pt x="1469" y="3161"/>
                    <a:pt x="2473" y="3777"/>
                  </a:cubicBezTo>
                  <a:cubicBezTo>
                    <a:pt x="3305" y="4288"/>
                    <a:pt x="4200" y="4607"/>
                    <a:pt x="5117" y="4867"/>
                  </a:cubicBezTo>
                  <a:cubicBezTo>
                    <a:pt x="5658" y="5020"/>
                    <a:pt x="6213" y="5118"/>
                    <a:pt x="6748" y="5309"/>
                  </a:cubicBezTo>
                  <a:cubicBezTo>
                    <a:pt x="6853" y="5346"/>
                    <a:pt x="6967" y="5369"/>
                    <a:pt x="7076" y="5374"/>
                  </a:cubicBezTo>
                  <a:cubicBezTo>
                    <a:pt x="7083" y="5374"/>
                    <a:pt x="7089" y="5374"/>
                    <a:pt x="7095" y="5374"/>
                  </a:cubicBezTo>
                  <a:cubicBezTo>
                    <a:pt x="7398" y="5374"/>
                    <a:pt x="7571" y="5159"/>
                    <a:pt x="7511" y="4847"/>
                  </a:cubicBezTo>
                  <a:cubicBezTo>
                    <a:pt x="7475" y="4653"/>
                    <a:pt x="7385" y="4474"/>
                    <a:pt x="7277" y="4306"/>
                  </a:cubicBezTo>
                  <a:cubicBezTo>
                    <a:pt x="6591" y="3224"/>
                    <a:pt x="5711" y="2346"/>
                    <a:pt x="4678" y="1615"/>
                  </a:cubicBezTo>
                  <a:cubicBezTo>
                    <a:pt x="4239" y="1305"/>
                    <a:pt x="3746" y="1080"/>
                    <a:pt x="3336" y="720"/>
                  </a:cubicBezTo>
                  <a:lnTo>
                    <a:pt x="3334" y="718"/>
                  </a:lnTo>
                  <a:lnTo>
                    <a:pt x="3334" y="717"/>
                  </a:lnTo>
                  <a:cubicBezTo>
                    <a:pt x="3331" y="718"/>
                    <a:pt x="3328" y="718"/>
                    <a:pt x="3327" y="720"/>
                  </a:cubicBezTo>
                  <a:cubicBezTo>
                    <a:pt x="3305" y="722"/>
                    <a:pt x="3283" y="724"/>
                    <a:pt x="3263" y="724"/>
                  </a:cubicBezTo>
                  <a:cubicBezTo>
                    <a:pt x="3177" y="724"/>
                    <a:pt x="3107" y="693"/>
                    <a:pt x="3086" y="567"/>
                  </a:cubicBezTo>
                  <a:cubicBezTo>
                    <a:pt x="2752" y="407"/>
                    <a:pt x="2416" y="259"/>
                    <a:pt x="2058" y="176"/>
                  </a:cubicBezTo>
                  <a:cubicBezTo>
                    <a:pt x="2038" y="177"/>
                    <a:pt x="2019" y="178"/>
                    <a:pt x="1999" y="178"/>
                  </a:cubicBezTo>
                  <a:cubicBezTo>
                    <a:pt x="1877" y="178"/>
                    <a:pt x="1757" y="154"/>
                    <a:pt x="1636" y="123"/>
                  </a:cubicBezTo>
                  <a:cubicBezTo>
                    <a:pt x="1463" y="82"/>
                    <a:pt x="1292" y="28"/>
                    <a:pt x="1118" y="8"/>
                  </a:cubicBezTo>
                  <a:cubicBezTo>
                    <a:pt x="1078" y="3"/>
                    <a:pt x="1037" y="0"/>
                    <a:pt x="99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9"/>
            <p:cNvSpPr/>
            <p:nvPr/>
          </p:nvSpPr>
          <p:spPr>
            <a:xfrm>
              <a:off x="3032375" y="1400400"/>
              <a:ext cx="212425" cy="75075"/>
            </a:xfrm>
            <a:custGeom>
              <a:rect b="b" l="l" r="r" t="t"/>
              <a:pathLst>
                <a:path extrusionOk="0" h="3003" w="8497">
                  <a:moveTo>
                    <a:pt x="3622" y="0"/>
                  </a:moveTo>
                  <a:cubicBezTo>
                    <a:pt x="2812" y="0"/>
                    <a:pt x="2003" y="109"/>
                    <a:pt x="1196" y="307"/>
                  </a:cubicBezTo>
                  <a:cubicBezTo>
                    <a:pt x="994" y="357"/>
                    <a:pt x="834" y="485"/>
                    <a:pt x="688" y="626"/>
                  </a:cubicBezTo>
                  <a:cubicBezTo>
                    <a:pt x="1025" y="728"/>
                    <a:pt x="1360" y="836"/>
                    <a:pt x="1700" y="928"/>
                  </a:cubicBezTo>
                  <a:cubicBezTo>
                    <a:pt x="1950" y="998"/>
                    <a:pt x="2187" y="1096"/>
                    <a:pt x="2392" y="1268"/>
                  </a:cubicBezTo>
                  <a:cubicBezTo>
                    <a:pt x="2480" y="1342"/>
                    <a:pt x="2563" y="1437"/>
                    <a:pt x="2523" y="1562"/>
                  </a:cubicBezTo>
                  <a:cubicBezTo>
                    <a:pt x="2489" y="1664"/>
                    <a:pt x="2386" y="1679"/>
                    <a:pt x="2290" y="1690"/>
                  </a:cubicBezTo>
                  <a:cubicBezTo>
                    <a:pt x="2250" y="1694"/>
                    <a:pt x="2210" y="1696"/>
                    <a:pt x="2169" y="1696"/>
                  </a:cubicBezTo>
                  <a:cubicBezTo>
                    <a:pt x="2021" y="1696"/>
                    <a:pt x="1873" y="1670"/>
                    <a:pt x="1725" y="1636"/>
                  </a:cubicBezTo>
                  <a:cubicBezTo>
                    <a:pt x="1150" y="1508"/>
                    <a:pt x="575" y="1372"/>
                    <a:pt x="0" y="1240"/>
                  </a:cubicBezTo>
                  <a:lnTo>
                    <a:pt x="0" y="1240"/>
                  </a:lnTo>
                  <a:cubicBezTo>
                    <a:pt x="197" y="1625"/>
                    <a:pt x="520" y="1876"/>
                    <a:pt x="874" y="2089"/>
                  </a:cubicBezTo>
                  <a:cubicBezTo>
                    <a:pt x="1984" y="2753"/>
                    <a:pt x="3153" y="3002"/>
                    <a:pt x="4366" y="3002"/>
                  </a:cubicBezTo>
                  <a:cubicBezTo>
                    <a:pt x="4558" y="3002"/>
                    <a:pt x="4751" y="2996"/>
                    <a:pt x="4944" y="2984"/>
                  </a:cubicBezTo>
                  <a:cubicBezTo>
                    <a:pt x="5941" y="2924"/>
                    <a:pt x="6912" y="2767"/>
                    <a:pt x="7860" y="2490"/>
                  </a:cubicBezTo>
                  <a:cubicBezTo>
                    <a:pt x="8394" y="2334"/>
                    <a:pt x="8497" y="1958"/>
                    <a:pt x="8095" y="1514"/>
                  </a:cubicBezTo>
                  <a:cubicBezTo>
                    <a:pt x="7688" y="1064"/>
                    <a:pt x="7181" y="744"/>
                    <a:pt x="6632" y="540"/>
                  </a:cubicBezTo>
                  <a:cubicBezTo>
                    <a:pt x="5627" y="167"/>
                    <a:pt x="4623" y="0"/>
                    <a:pt x="3622"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2904325" y="1271825"/>
              <a:ext cx="186875" cy="86775"/>
            </a:xfrm>
            <a:custGeom>
              <a:rect b="b" l="l" r="r" t="t"/>
              <a:pathLst>
                <a:path extrusionOk="0" h="3471" w="7475">
                  <a:moveTo>
                    <a:pt x="5258" y="1"/>
                  </a:moveTo>
                  <a:cubicBezTo>
                    <a:pt x="4111" y="1"/>
                    <a:pt x="3007" y="211"/>
                    <a:pt x="1984" y="745"/>
                  </a:cubicBezTo>
                  <a:cubicBezTo>
                    <a:pt x="1400" y="1050"/>
                    <a:pt x="745" y="1286"/>
                    <a:pt x="426" y="1949"/>
                  </a:cubicBezTo>
                  <a:cubicBezTo>
                    <a:pt x="1198" y="2038"/>
                    <a:pt x="1970" y="1983"/>
                    <a:pt x="2744" y="2098"/>
                  </a:cubicBezTo>
                  <a:cubicBezTo>
                    <a:pt x="2867" y="2117"/>
                    <a:pt x="2994" y="2108"/>
                    <a:pt x="3119" y="2232"/>
                  </a:cubicBezTo>
                  <a:cubicBezTo>
                    <a:pt x="2963" y="2380"/>
                    <a:pt x="2780" y="2383"/>
                    <a:pt x="2596" y="2405"/>
                  </a:cubicBezTo>
                  <a:cubicBezTo>
                    <a:pt x="2167" y="2456"/>
                    <a:pt x="1734" y="2463"/>
                    <a:pt x="1300" y="2463"/>
                  </a:cubicBezTo>
                  <a:cubicBezTo>
                    <a:pt x="1138" y="2463"/>
                    <a:pt x="975" y="2462"/>
                    <a:pt x="812" y="2462"/>
                  </a:cubicBezTo>
                  <a:cubicBezTo>
                    <a:pt x="541" y="2462"/>
                    <a:pt x="271" y="2464"/>
                    <a:pt x="1" y="2479"/>
                  </a:cubicBezTo>
                  <a:cubicBezTo>
                    <a:pt x="311" y="2988"/>
                    <a:pt x="793" y="3219"/>
                    <a:pt x="1322" y="3334"/>
                  </a:cubicBezTo>
                  <a:cubicBezTo>
                    <a:pt x="1744" y="3427"/>
                    <a:pt x="2160" y="3470"/>
                    <a:pt x="2568" y="3470"/>
                  </a:cubicBezTo>
                  <a:cubicBezTo>
                    <a:pt x="3510" y="3470"/>
                    <a:pt x="4412" y="3237"/>
                    <a:pt x="5278" y="2832"/>
                  </a:cubicBezTo>
                  <a:cubicBezTo>
                    <a:pt x="5987" y="2502"/>
                    <a:pt x="6620" y="2061"/>
                    <a:pt x="7155" y="1474"/>
                  </a:cubicBezTo>
                  <a:cubicBezTo>
                    <a:pt x="7399" y="1206"/>
                    <a:pt x="7442" y="890"/>
                    <a:pt x="7460" y="551"/>
                  </a:cubicBezTo>
                  <a:cubicBezTo>
                    <a:pt x="7474" y="332"/>
                    <a:pt x="7295" y="267"/>
                    <a:pt x="7147" y="232"/>
                  </a:cubicBezTo>
                  <a:cubicBezTo>
                    <a:pt x="6790" y="147"/>
                    <a:pt x="6426" y="61"/>
                    <a:pt x="6062" y="33"/>
                  </a:cubicBezTo>
                  <a:cubicBezTo>
                    <a:pt x="5792" y="12"/>
                    <a:pt x="5524" y="1"/>
                    <a:pt x="5258"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9"/>
            <p:cNvSpPr/>
            <p:nvPr/>
          </p:nvSpPr>
          <p:spPr>
            <a:xfrm>
              <a:off x="2777800" y="1164575"/>
              <a:ext cx="191625" cy="82375"/>
            </a:xfrm>
            <a:custGeom>
              <a:rect b="b" l="l" r="r" t="t"/>
              <a:pathLst>
                <a:path extrusionOk="0" h="3295" w="7665">
                  <a:moveTo>
                    <a:pt x="5184" y="0"/>
                  </a:moveTo>
                  <a:cubicBezTo>
                    <a:pt x="5079" y="0"/>
                    <a:pt x="4974" y="3"/>
                    <a:pt x="4869" y="8"/>
                  </a:cubicBezTo>
                  <a:cubicBezTo>
                    <a:pt x="3760" y="62"/>
                    <a:pt x="2670" y="163"/>
                    <a:pt x="1650" y="615"/>
                  </a:cubicBezTo>
                  <a:cubicBezTo>
                    <a:pt x="935" y="932"/>
                    <a:pt x="446" y="1481"/>
                    <a:pt x="1" y="2093"/>
                  </a:cubicBezTo>
                  <a:cubicBezTo>
                    <a:pt x="1058" y="2024"/>
                    <a:pt x="2069" y="1743"/>
                    <a:pt x="3098" y="1546"/>
                  </a:cubicBezTo>
                  <a:cubicBezTo>
                    <a:pt x="3598" y="1450"/>
                    <a:pt x="4094" y="1321"/>
                    <a:pt x="4650" y="1315"/>
                  </a:cubicBezTo>
                  <a:lnTo>
                    <a:pt x="4650" y="1315"/>
                  </a:lnTo>
                  <a:cubicBezTo>
                    <a:pt x="4569" y="1517"/>
                    <a:pt x="4428" y="1540"/>
                    <a:pt x="4304" y="1587"/>
                  </a:cubicBezTo>
                  <a:cubicBezTo>
                    <a:pt x="3081" y="2061"/>
                    <a:pt x="1801" y="2352"/>
                    <a:pt x="515" y="2629"/>
                  </a:cubicBezTo>
                  <a:cubicBezTo>
                    <a:pt x="378" y="2659"/>
                    <a:pt x="233" y="2659"/>
                    <a:pt x="110" y="2734"/>
                  </a:cubicBezTo>
                  <a:cubicBezTo>
                    <a:pt x="278" y="2968"/>
                    <a:pt x="521" y="3052"/>
                    <a:pt x="777" y="3106"/>
                  </a:cubicBezTo>
                  <a:cubicBezTo>
                    <a:pt x="1386" y="3231"/>
                    <a:pt x="1976" y="3295"/>
                    <a:pt x="2549" y="3295"/>
                  </a:cubicBezTo>
                  <a:cubicBezTo>
                    <a:pt x="4256" y="3295"/>
                    <a:pt x="5800" y="2727"/>
                    <a:pt x="7164" y="1535"/>
                  </a:cubicBezTo>
                  <a:cubicBezTo>
                    <a:pt x="7233" y="1475"/>
                    <a:pt x="7297" y="1404"/>
                    <a:pt x="7360" y="1335"/>
                  </a:cubicBezTo>
                  <a:cubicBezTo>
                    <a:pt x="7522" y="1161"/>
                    <a:pt x="7665" y="996"/>
                    <a:pt x="7542" y="700"/>
                  </a:cubicBezTo>
                  <a:cubicBezTo>
                    <a:pt x="7415" y="393"/>
                    <a:pt x="7238" y="197"/>
                    <a:pt x="6913" y="153"/>
                  </a:cubicBezTo>
                  <a:cubicBezTo>
                    <a:pt x="6336" y="70"/>
                    <a:pt x="5761" y="0"/>
                    <a:pt x="5184"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9"/>
            <p:cNvSpPr/>
            <p:nvPr/>
          </p:nvSpPr>
          <p:spPr>
            <a:xfrm>
              <a:off x="2569400" y="1157000"/>
              <a:ext cx="103200" cy="182050"/>
            </a:xfrm>
            <a:custGeom>
              <a:rect b="b" l="l" r="r" t="t"/>
              <a:pathLst>
                <a:path extrusionOk="0" h="7282" w="4128">
                  <a:moveTo>
                    <a:pt x="1239" y="1"/>
                  </a:moveTo>
                  <a:lnTo>
                    <a:pt x="1239" y="2"/>
                  </a:lnTo>
                  <a:cubicBezTo>
                    <a:pt x="1427" y="924"/>
                    <a:pt x="1799" y="1793"/>
                    <a:pt x="2116" y="2680"/>
                  </a:cubicBezTo>
                  <a:cubicBezTo>
                    <a:pt x="2233" y="3006"/>
                    <a:pt x="2347" y="3333"/>
                    <a:pt x="2451" y="3664"/>
                  </a:cubicBezTo>
                  <a:cubicBezTo>
                    <a:pt x="2499" y="3820"/>
                    <a:pt x="2523" y="3985"/>
                    <a:pt x="2543" y="4147"/>
                  </a:cubicBezTo>
                  <a:cubicBezTo>
                    <a:pt x="2557" y="4244"/>
                    <a:pt x="2537" y="4346"/>
                    <a:pt x="2426" y="4376"/>
                  </a:cubicBezTo>
                  <a:cubicBezTo>
                    <a:pt x="2413" y="4380"/>
                    <a:pt x="2401" y="4382"/>
                    <a:pt x="2389" y="4382"/>
                  </a:cubicBezTo>
                  <a:cubicBezTo>
                    <a:pt x="2319" y="4382"/>
                    <a:pt x="2272" y="4320"/>
                    <a:pt x="2226" y="4267"/>
                  </a:cubicBezTo>
                  <a:cubicBezTo>
                    <a:pt x="2106" y="4125"/>
                    <a:pt x="2033" y="3960"/>
                    <a:pt x="1961" y="3792"/>
                  </a:cubicBezTo>
                  <a:cubicBezTo>
                    <a:pt x="1467" y="2633"/>
                    <a:pt x="1039" y="1456"/>
                    <a:pt x="695" y="249"/>
                  </a:cubicBezTo>
                  <a:cubicBezTo>
                    <a:pt x="443" y="412"/>
                    <a:pt x="347" y="667"/>
                    <a:pt x="281" y="961"/>
                  </a:cubicBezTo>
                  <a:cubicBezTo>
                    <a:pt x="0" y="2216"/>
                    <a:pt x="272" y="3410"/>
                    <a:pt x="842" y="4574"/>
                  </a:cubicBezTo>
                  <a:cubicBezTo>
                    <a:pt x="1232" y="5367"/>
                    <a:pt x="1714" y="6098"/>
                    <a:pt x="2366" y="6704"/>
                  </a:cubicBezTo>
                  <a:cubicBezTo>
                    <a:pt x="2622" y="6941"/>
                    <a:pt x="2899" y="7149"/>
                    <a:pt x="3237" y="7240"/>
                  </a:cubicBezTo>
                  <a:cubicBezTo>
                    <a:pt x="3340" y="7268"/>
                    <a:pt x="3435" y="7281"/>
                    <a:pt x="3520" y="7281"/>
                  </a:cubicBezTo>
                  <a:cubicBezTo>
                    <a:pt x="3851" y="7281"/>
                    <a:pt x="4051" y="7076"/>
                    <a:pt x="4117" y="6671"/>
                  </a:cubicBezTo>
                  <a:cubicBezTo>
                    <a:pt x="4121" y="6639"/>
                    <a:pt x="4128" y="6606"/>
                    <a:pt x="4128" y="6576"/>
                  </a:cubicBezTo>
                  <a:cubicBezTo>
                    <a:pt x="4112" y="4726"/>
                    <a:pt x="3909" y="2917"/>
                    <a:pt x="2656" y="1371"/>
                  </a:cubicBezTo>
                  <a:cubicBezTo>
                    <a:pt x="2240" y="858"/>
                    <a:pt x="1813" y="346"/>
                    <a:pt x="1239" y="1"/>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9"/>
            <p:cNvSpPr/>
            <p:nvPr/>
          </p:nvSpPr>
          <p:spPr>
            <a:xfrm>
              <a:off x="2733525" y="1295450"/>
              <a:ext cx="113225" cy="190525"/>
            </a:xfrm>
            <a:custGeom>
              <a:rect b="b" l="l" r="r" t="t"/>
              <a:pathLst>
                <a:path extrusionOk="0" h="7621" w="4529">
                  <a:moveTo>
                    <a:pt x="449" y="0"/>
                  </a:moveTo>
                  <a:cubicBezTo>
                    <a:pt x="794" y="927"/>
                    <a:pt x="1175" y="1839"/>
                    <a:pt x="1611" y="2730"/>
                  </a:cubicBezTo>
                  <a:cubicBezTo>
                    <a:pt x="1936" y="3394"/>
                    <a:pt x="2243" y="4068"/>
                    <a:pt x="2598" y="4821"/>
                  </a:cubicBezTo>
                  <a:cubicBezTo>
                    <a:pt x="2262" y="4686"/>
                    <a:pt x="2161" y="4455"/>
                    <a:pt x="2046" y="4250"/>
                  </a:cubicBezTo>
                  <a:cubicBezTo>
                    <a:pt x="1443" y="3185"/>
                    <a:pt x="868" y="2104"/>
                    <a:pt x="364" y="988"/>
                  </a:cubicBezTo>
                  <a:cubicBezTo>
                    <a:pt x="344" y="944"/>
                    <a:pt x="311" y="905"/>
                    <a:pt x="284" y="864"/>
                  </a:cubicBezTo>
                  <a:cubicBezTo>
                    <a:pt x="153" y="974"/>
                    <a:pt x="136" y="1135"/>
                    <a:pt x="126" y="1298"/>
                  </a:cubicBezTo>
                  <a:cubicBezTo>
                    <a:pt x="1" y="3063"/>
                    <a:pt x="634" y="4573"/>
                    <a:pt x="1844" y="5877"/>
                  </a:cubicBezTo>
                  <a:cubicBezTo>
                    <a:pt x="2316" y="6384"/>
                    <a:pt x="2784" y="6902"/>
                    <a:pt x="3351" y="7304"/>
                  </a:cubicBezTo>
                  <a:cubicBezTo>
                    <a:pt x="3527" y="7429"/>
                    <a:pt x="3701" y="7554"/>
                    <a:pt x="3909" y="7602"/>
                  </a:cubicBezTo>
                  <a:cubicBezTo>
                    <a:pt x="3965" y="7615"/>
                    <a:pt x="4017" y="7621"/>
                    <a:pt x="4067" y="7621"/>
                  </a:cubicBezTo>
                  <a:cubicBezTo>
                    <a:pt x="4357" y="7621"/>
                    <a:pt x="4528" y="7404"/>
                    <a:pt x="4461" y="7068"/>
                  </a:cubicBezTo>
                  <a:cubicBezTo>
                    <a:pt x="4131" y="5422"/>
                    <a:pt x="3727" y="3799"/>
                    <a:pt x="2866" y="2309"/>
                  </a:cubicBezTo>
                  <a:cubicBezTo>
                    <a:pt x="2442" y="1579"/>
                    <a:pt x="1875" y="988"/>
                    <a:pt x="1240" y="455"/>
                  </a:cubicBezTo>
                  <a:cubicBezTo>
                    <a:pt x="1112" y="349"/>
                    <a:pt x="969" y="264"/>
                    <a:pt x="808" y="233"/>
                  </a:cubicBezTo>
                  <a:cubicBezTo>
                    <a:pt x="656" y="205"/>
                    <a:pt x="540" y="128"/>
                    <a:pt x="449"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9"/>
            <p:cNvSpPr/>
            <p:nvPr/>
          </p:nvSpPr>
          <p:spPr>
            <a:xfrm>
              <a:off x="2655075" y="1071975"/>
              <a:ext cx="175125" cy="78475"/>
            </a:xfrm>
            <a:custGeom>
              <a:rect b="b" l="l" r="r" t="t"/>
              <a:pathLst>
                <a:path extrusionOk="0" h="3139" w="7005">
                  <a:moveTo>
                    <a:pt x="1356" y="0"/>
                  </a:moveTo>
                  <a:cubicBezTo>
                    <a:pt x="1039" y="0"/>
                    <a:pt x="760" y="100"/>
                    <a:pt x="543" y="340"/>
                  </a:cubicBezTo>
                  <a:lnTo>
                    <a:pt x="543" y="340"/>
                  </a:lnTo>
                  <a:cubicBezTo>
                    <a:pt x="542" y="340"/>
                    <a:pt x="542" y="340"/>
                    <a:pt x="542" y="340"/>
                  </a:cubicBezTo>
                  <a:lnTo>
                    <a:pt x="542" y="341"/>
                  </a:lnTo>
                  <a:cubicBezTo>
                    <a:pt x="542" y="341"/>
                    <a:pt x="542" y="340"/>
                    <a:pt x="543" y="340"/>
                  </a:cubicBezTo>
                  <a:lnTo>
                    <a:pt x="543" y="340"/>
                  </a:lnTo>
                  <a:cubicBezTo>
                    <a:pt x="1162" y="634"/>
                    <a:pt x="1826" y="770"/>
                    <a:pt x="2458" y="1019"/>
                  </a:cubicBezTo>
                  <a:cubicBezTo>
                    <a:pt x="3060" y="1258"/>
                    <a:pt x="3661" y="1499"/>
                    <a:pt x="4261" y="1745"/>
                  </a:cubicBezTo>
                  <a:cubicBezTo>
                    <a:pt x="4389" y="1798"/>
                    <a:pt x="4523" y="1855"/>
                    <a:pt x="4621" y="1984"/>
                  </a:cubicBezTo>
                  <a:cubicBezTo>
                    <a:pt x="4571" y="2006"/>
                    <a:pt x="4543" y="2030"/>
                    <a:pt x="4520" y="2030"/>
                  </a:cubicBezTo>
                  <a:cubicBezTo>
                    <a:pt x="4517" y="2030"/>
                    <a:pt x="4514" y="2029"/>
                    <a:pt x="4512" y="2029"/>
                  </a:cubicBezTo>
                  <a:cubicBezTo>
                    <a:pt x="3999" y="1902"/>
                    <a:pt x="3486" y="1773"/>
                    <a:pt x="2974" y="1643"/>
                  </a:cubicBezTo>
                  <a:cubicBezTo>
                    <a:pt x="1980" y="1392"/>
                    <a:pt x="1007" y="1029"/>
                    <a:pt x="1" y="840"/>
                  </a:cubicBezTo>
                  <a:lnTo>
                    <a:pt x="1" y="840"/>
                  </a:lnTo>
                  <a:cubicBezTo>
                    <a:pt x="12" y="1229"/>
                    <a:pt x="218" y="1520"/>
                    <a:pt x="480" y="1788"/>
                  </a:cubicBezTo>
                  <a:cubicBezTo>
                    <a:pt x="972" y="2288"/>
                    <a:pt x="1554" y="2610"/>
                    <a:pt x="2209" y="2765"/>
                  </a:cubicBezTo>
                  <a:cubicBezTo>
                    <a:pt x="3125" y="2981"/>
                    <a:pt x="4046" y="3139"/>
                    <a:pt x="4972" y="3139"/>
                  </a:cubicBezTo>
                  <a:cubicBezTo>
                    <a:pt x="5204" y="3139"/>
                    <a:pt x="5436" y="3129"/>
                    <a:pt x="5668" y="3108"/>
                  </a:cubicBezTo>
                  <a:cubicBezTo>
                    <a:pt x="5764" y="3099"/>
                    <a:pt x="5861" y="3097"/>
                    <a:pt x="5958" y="3097"/>
                  </a:cubicBezTo>
                  <a:cubicBezTo>
                    <a:pt x="6002" y="3097"/>
                    <a:pt x="6046" y="3098"/>
                    <a:pt x="6090" y="3098"/>
                  </a:cubicBezTo>
                  <a:cubicBezTo>
                    <a:pt x="6187" y="3098"/>
                    <a:pt x="6284" y="3096"/>
                    <a:pt x="6380" y="3088"/>
                  </a:cubicBezTo>
                  <a:cubicBezTo>
                    <a:pt x="6844" y="3046"/>
                    <a:pt x="7004" y="2661"/>
                    <a:pt x="6736" y="2252"/>
                  </a:cubicBezTo>
                  <a:cubicBezTo>
                    <a:pt x="6699" y="2197"/>
                    <a:pt x="6659" y="2141"/>
                    <a:pt x="6613" y="2095"/>
                  </a:cubicBezTo>
                  <a:cubicBezTo>
                    <a:pt x="5508" y="990"/>
                    <a:pt x="4270" y="164"/>
                    <a:pt x="2718" y="44"/>
                  </a:cubicBezTo>
                  <a:cubicBezTo>
                    <a:pt x="2274" y="10"/>
                    <a:pt x="1829" y="8"/>
                    <a:pt x="1385" y="1"/>
                  </a:cubicBezTo>
                  <a:cubicBezTo>
                    <a:pt x="1375" y="0"/>
                    <a:pt x="1366" y="0"/>
                    <a:pt x="1356"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9"/>
            <p:cNvSpPr/>
            <p:nvPr/>
          </p:nvSpPr>
          <p:spPr>
            <a:xfrm>
              <a:off x="2897275" y="1390975"/>
              <a:ext cx="7075" cy="7400"/>
            </a:xfrm>
            <a:custGeom>
              <a:rect b="b" l="l" r="r" t="t"/>
              <a:pathLst>
                <a:path extrusionOk="0" h="296" w="283">
                  <a:moveTo>
                    <a:pt x="1" y="0"/>
                  </a:moveTo>
                  <a:lnTo>
                    <a:pt x="1" y="0"/>
                  </a:lnTo>
                  <a:cubicBezTo>
                    <a:pt x="64" y="130"/>
                    <a:pt x="149" y="236"/>
                    <a:pt x="283" y="296"/>
                  </a:cubicBezTo>
                  <a:cubicBezTo>
                    <a:pt x="223" y="162"/>
                    <a:pt x="144" y="49"/>
                    <a:pt x="1" y="0"/>
                  </a:cubicBezTo>
                  <a:close/>
                </a:path>
              </a:pathLst>
            </a:custGeom>
            <a:solidFill>
              <a:srgbClr val="BD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7" name="Google Shape;707;p29"/>
          <p:cNvSpPr/>
          <p:nvPr/>
        </p:nvSpPr>
        <p:spPr>
          <a:xfrm flipH="1" rot="-458352">
            <a:off x="-1611715" y="-1869882"/>
            <a:ext cx="4653632" cy="4490189"/>
          </a:xfrm>
          <a:custGeom>
            <a:rect b="b" l="l" r="r" t="t"/>
            <a:pathLst>
              <a:path extrusionOk="0" h="120769" w="125165">
                <a:moveTo>
                  <a:pt x="49509" y="1"/>
                </a:moveTo>
                <a:cubicBezTo>
                  <a:pt x="35160" y="1"/>
                  <a:pt x="20909" y="1930"/>
                  <a:pt x="7550" y="7028"/>
                </a:cubicBezTo>
                <a:cubicBezTo>
                  <a:pt x="4275" y="8278"/>
                  <a:pt x="654" y="10209"/>
                  <a:pt x="0" y="13654"/>
                </a:cubicBezTo>
                <a:cubicBezTo>
                  <a:pt x="785" y="13976"/>
                  <a:pt x="1535" y="13928"/>
                  <a:pt x="2158" y="14503"/>
                </a:cubicBezTo>
                <a:cubicBezTo>
                  <a:pt x="10328" y="22049"/>
                  <a:pt x="13989" y="34146"/>
                  <a:pt x="11377" y="44956"/>
                </a:cubicBezTo>
                <a:cubicBezTo>
                  <a:pt x="9485" y="52782"/>
                  <a:pt x="4565" y="60516"/>
                  <a:pt x="6686" y="68285"/>
                </a:cubicBezTo>
                <a:cubicBezTo>
                  <a:pt x="8111" y="73509"/>
                  <a:pt x="12582" y="77459"/>
                  <a:pt x="17531" y="79656"/>
                </a:cubicBezTo>
                <a:cubicBezTo>
                  <a:pt x="22481" y="81853"/>
                  <a:pt x="27936" y="82572"/>
                  <a:pt x="33293" y="83368"/>
                </a:cubicBezTo>
                <a:cubicBezTo>
                  <a:pt x="38648" y="84165"/>
                  <a:pt x="43788" y="85799"/>
                  <a:pt x="48871" y="87665"/>
                </a:cubicBezTo>
                <a:cubicBezTo>
                  <a:pt x="78334" y="98488"/>
                  <a:pt x="79074" y="119235"/>
                  <a:pt x="90385" y="120622"/>
                </a:cubicBezTo>
                <a:cubicBezTo>
                  <a:pt x="91189" y="120721"/>
                  <a:pt x="91953" y="120768"/>
                  <a:pt x="92678" y="120768"/>
                </a:cubicBezTo>
                <a:cubicBezTo>
                  <a:pt x="107616" y="120768"/>
                  <a:pt x="106290" y="100708"/>
                  <a:pt x="114147" y="96832"/>
                </a:cubicBezTo>
                <a:cubicBezTo>
                  <a:pt x="125165" y="91397"/>
                  <a:pt x="113712" y="91890"/>
                  <a:pt x="115740" y="79773"/>
                </a:cubicBezTo>
                <a:cubicBezTo>
                  <a:pt x="117769" y="67654"/>
                  <a:pt x="116975" y="55240"/>
                  <a:pt x="115508" y="43043"/>
                </a:cubicBezTo>
                <a:cubicBezTo>
                  <a:pt x="114201" y="32175"/>
                  <a:pt x="111983" y="20599"/>
                  <a:pt x="104214" y="12888"/>
                </a:cubicBezTo>
                <a:cubicBezTo>
                  <a:pt x="96813" y="5541"/>
                  <a:pt x="85888" y="3228"/>
                  <a:pt x="75549" y="1853"/>
                </a:cubicBezTo>
                <a:cubicBezTo>
                  <a:pt x="66952" y="710"/>
                  <a:pt x="58213" y="1"/>
                  <a:pt x="495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cu titlu 1">
  <p:cSld name="TITLE_1">
    <p:spTree>
      <p:nvGrpSpPr>
        <p:cNvPr id="708" name="Shape 708"/>
        <p:cNvGrpSpPr/>
        <p:nvPr/>
      </p:nvGrpSpPr>
      <p:grpSpPr>
        <a:xfrm>
          <a:off x="0" y="0"/>
          <a:ext cx="0" cy="0"/>
          <a:chOff x="0" y="0"/>
          <a:chExt cx="0" cy="0"/>
        </a:xfrm>
      </p:grpSpPr>
      <p:sp>
        <p:nvSpPr>
          <p:cNvPr id="709" name="Google Shape;709;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10" name="Google Shape;710;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11" name="Google Shape;71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Alice"/>
              <a:buNone/>
              <a:defRPr sz="3500">
                <a:solidFill>
                  <a:schemeClr val="dk1"/>
                </a:solidFill>
                <a:latin typeface="Alice"/>
                <a:ea typeface="Alice"/>
                <a:cs typeface="Alice"/>
                <a:sym typeface="Alic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00000"/>
              </a:lnSpc>
              <a:spcBef>
                <a:spcPts val="1600"/>
              </a:spcBef>
              <a:spcAft>
                <a:spcPts val="160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1"/>
          <p:cNvSpPr txBox="1"/>
          <p:nvPr>
            <p:ph type="ctrTitle"/>
          </p:nvPr>
        </p:nvSpPr>
        <p:spPr>
          <a:xfrm>
            <a:off x="838625" y="1577750"/>
            <a:ext cx="3913500" cy="25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ro"/>
              <a:t>Candy Crush</a:t>
            </a:r>
            <a:endParaRPr/>
          </a:p>
        </p:txBody>
      </p:sp>
      <p:sp>
        <p:nvSpPr>
          <p:cNvPr id="717" name="Google Shape;717;p31"/>
          <p:cNvSpPr txBox="1"/>
          <p:nvPr>
            <p:ph idx="1" type="subTitle"/>
          </p:nvPr>
        </p:nvSpPr>
        <p:spPr>
          <a:xfrm>
            <a:off x="966850" y="4189100"/>
            <a:ext cx="3785400" cy="4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Moga Mihaela Paula</a:t>
            </a:r>
            <a:endParaRPr/>
          </a:p>
        </p:txBody>
      </p:sp>
      <p:sp>
        <p:nvSpPr>
          <p:cNvPr id="718" name="Google Shape;718;p31"/>
          <p:cNvSpPr/>
          <p:nvPr>
            <p:ph idx="2" type="pic"/>
          </p:nvPr>
        </p:nvSpPr>
        <p:spPr>
          <a:xfrm>
            <a:off x="5150675" y="344550"/>
            <a:ext cx="3234600" cy="3644700"/>
          </a:xfrm>
          <a:prstGeom prst="rect">
            <a:avLst/>
          </a:prstGeom>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2"/>
          <p:cNvSpPr txBox="1"/>
          <p:nvPr>
            <p:ph idx="1" type="body"/>
          </p:nvPr>
        </p:nvSpPr>
        <p:spPr>
          <a:xfrm>
            <a:off x="720000" y="736225"/>
            <a:ext cx="7704000" cy="3416400"/>
          </a:xfrm>
          <a:prstGeom prst="rect">
            <a:avLst/>
          </a:prstGeom>
        </p:spPr>
        <p:txBody>
          <a:bodyPr anchorCtr="0" anchor="t" bIns="91425" lIns="91425" spcFirstLastPara="1" rIns="91425" wrap="square" tIns="91425">
            <a:noAutofit/>
          </a:bodyPr>
          <a:lstStyle/>
          <a:p>
            <a:pPr indent="0" lvl="0" marL="0" rtl="0" algn="l">
              <a:spcBef>
                <a:spcPts val="1300"/>
              </a:spcBef>
              <a:spcAft>
                <a:spcPts val="0"/>
              </a:spcAft>
              <a:buNone/>
            </a:pPr>
            <a:r>
              <a:rPr lang="ro" sz="1900">
                <a:solidFill>
                  <a:srgbClr val="000000"/>
                </a:solidFill>
                <a:latin typeface="Alice"/>
                <a:ea typeface="Alice"/>
                <a:cs typeface="Alice"/>
                <a:sym typeface="Alice"/>
              </a:rPr>
              <a:t>Acest proiect are ca scop simularea unui joc de tip </a:t>
            </a:r>
            <a:r>
              <a:rPr i="1" lang="ro" sz="1900">
                <a:solidFill>
                  <a:srgbClr val="000000"/>
                </a:solidFill>
                <a:latin typeface="Alice"/>
                <a:ea typeface="Alice"/>
                <a:cs typeface="Alice"/>
                <a:sym typeface="Alice"/>
              </a:rPr>
              <a:t>Match-3</a:t>
            </a:r>
            <a:r>
              <a:rPr lang="ro" sz="1900">
                <a:solidFill>
                  <a:srgbClr val="000000"/>
                </a:solidFill>
                <a:latin typeface="Alice"/>
                <a:ea typeface="Alice"/>
                <a:cs typeface="Alice"/>
                <a:sym typeface="Alice"/>
              </a:rPr>
              <a:t>, similar cu jocul Candy Crush, folosind limbajul de programare Python. Jocul este complet automatizat, fără intervenția utilizatorului, iar obiectivul principal este obținerea unui scor cât mai mare prin potrivirea bomboanelor de aceeași culoare.</a:t>
            </a:r>
            <a:endParaRPr sz="1900">
              <a:solidFill>
                <a:srgbClr val="000000"/>
              </a:solidFill>
              <a:latin typeface="Alice"/>
              <a:ea typeface="Alice"/>
              <a:cs typeface="Alice"/>
              <a:sym typeface="Alice"/>
            </a:endParaRPr>
          </a:p>
          <a:p>
            <a:pPr indent="0" lvl="0" marL="0" rtl="0" algn="l">
              <a:spcBef>
                <a:spcPts val="1300"/>
              </a:spcBef>
              <a:spcAft>
                <a:spcPts val="0"/>
              </a:spcAft>
              <a:buNone/>
            </a:pPr>
            <a:r>
              <a:rPr lang="ro" sz="1900">
                <a:solidFill>
                  <a:srgbClr val="000000"/>
                </a:solidFill>
                <a:latin typeface="Alice"/>
                <a:ea typeface="Alice"/>
                <a:cs typeface="Alice"/>
                <a:sym typeface="Alice"/>
              </a:rPr>
              <a:t>Prin realizarea acestui proiect se urmărește înțelegerea modului în care poate fi implementată logica unui joc simplu, utilizând structuri de date de bază (liste, matrici) și algoritmi elementari pentru detectarea și procesarea potrivirilor.</a:t>
            </a:r>
            <a:endParaRPr sz="1900">
              <a:solidFill>
                <a:srgbClr val="000000"/>
              </a:solidFill>
              <a:latin typeface="Alice"/>
              <a:ea typeface="Alice"/>
              <a:cs typeface="Alice"/>
              <a:sym typeface="Alice"/>
            </a:endParaRPr>
          </a:p>
          <a:p>
            <a:pPr indent="0" lvl="0" marL="0" rtl="0" algn="l">
              <a:spcBef>
                <a:spcPts val="13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ro" sz="3700"/>
              <a:t>Ce tehnologii am folosit</a:t>
            </a:r>
            <a:endParaRPr sz="5500"/>
          </a:p>
        </p:txBody>
      </p:sp>
      <p:sp>
        <p:nvSpPr>
          <p:cNvPr id="729" name="Google Shape;729;p33"/>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p>
            <a:pPr indent="0" lvl="0" marL="0" rtl="0" algn="l">
              <a:spcBef>
                <a:spcPts val="1300"/>
              </a:spcBef>
              <a:spcAft>
                <a:spcPts val="0"/>
              </a:spcAft>
              <a:buNone/>
            </a:pPr>
            <a:r>
              <a:rPr lang="ro" sz="1800">
                <a:solidFill>
                  <a:srgbClr val="000000"/>
                </a:solidFill>
                <a:latin typeface="Arial"/>
                <a:ea typeface="Arial"/>
                <a:cs typeface="Arial"/>
                <a:sym typeface="Arial"/>
              </a:rPr>
              <a:t>Proiectul este scris în </a:t>
            </a:r>
            <a:r>
              <a:rPr b="1" lang="ro" sz="1800">
                <a:solidFill>
                  <a:srgbClr val="000000"/>
                </a:solidFill>
                <a:latin typeface="Arial"/>
                <a:ea typeface="Arial"/>
                <a:cs typeface="Arial"/>
                <a:sym typeface="Arial"/>
              </a:rPr>
              <a:t>Python</a:t>
            </a:r>
            <a:r>
              <a:rPr lang="ro" sz="1800">
                <a:solidFill>
                  <a:srgbClr val="000000"/>
                </a:solidFill>
                <a:latin typeface="Arial"/>
                <a:ea typeface="Arial"/>
                <a:cs typeface="Arial"/>
                <a:sym typeface="Arial"/>
              </a:rPr>
              <a:t> și folosește doar biblioteci standard:</a:t>
            </a:r>
            <a:endParaRPr sz="1800">
              <a:solidFill>
                <a:srgbClr val="000000"/>
              </a:solidFill>
              <a:latin typeface="Arial"/>
              <a:ea typeface="Arial"/>
              <a:cs typeface="Arial"/>
              <a:sym typeface="Arial"/>
            </a:endParaRPr>
          </a:p>
          <a:p>
            <a:pPr indent="-342900" lvl="0" marL="457200" rtl="0" algn="l">
              <a:spcBef>
                <a:spcPts val="1300"/>
              </a:spcBef>
              <a:spcAft>
                <a:spcPts val="0"/>
              </a:spcAft>
              <a:buClr>
                <a:srgbClr val="000000"/>
              </a:buClr>
              <a:buSzPts val="1800"/>
              <a:buFont typeface="Arial"/>
              <a:buChar char="●"/>
            </a:pPr>
            <a:r>
              <a:rPr lang="ro" sz="1800">
                <a:solidFill>
                  <a:srgbClr val="000000"/>
                </a:solidFill>
                <a:latin typeface="Roboto Mono"/>
                <a:ea typeface="Roboto Mono"/>
                <a:cs typeface="Roboto Mono"/>
                <a:sym typeface="Roboto Mono"/>
              </a:rPr>
              <a:t>random</a:t>
            </a:r>
            <a:r>
              <a:rPr lang="ro" sz="1800">
                <a:solidFill>
                  <a:srgbClr val="000000"/>
                </a:solidFill>
                <a:latin typeface="Arial"/>
                <a:ea typeface="Arial"/>
                <a:cs typeface="Arial"/>
                <a:sym typeface="Arial"/>
              </a:rPr>
              <a:t> – pentru generarea aleatoare a bomboanelor</a:t>
            </a:r>
            <a:br>
              <a:rPr lang="ro" sz="1800">
                <a:solidFill>
                  <a:srgbClr val="000000"/>
                </a:solidFill>
                <a:latin typeface="Arial"/>
                <a:ea typeface="Arial"/>
                <a:cs typeface="Arial"/>
                <a:sym typeface="Arial"/>
              </a:rPr>
            </a:b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ro" sz="1800">
                <a:solidFill>
                  <a:srgbClr val="000000"/>
                </a:solidFill>
                <a:latin typeface="Roboto Mono"/>
                <a:ea typeface="Roboto Mono"/>
                <a:cs typeface="Roboto Mono"/>
                <a:sym typeface="Roboto Mono"/>
              </a:rPr>
              <a:t>csv</a:t>
            </a:r>
            <a:r>
              <a:rPr lang="ro" sz="1800">
                <a:solidFill>
                  <a:srgbClr val="000000"/>
                </a:solidFill>
                <a:latin typeface="Arial"/>
                <a:ea typeface="Arial"/>
                <a:cs typeface="Arial"/>
                <a:sym typeface="Arial"/>
              </a:rPr>
              <a:t> – pentru salvarea rezultatelor într-un fișier</a:t>
            </a:r>
            <a:br>
              <a:rPr lang="ro" sz="1800">
                <a:solidFill>
                  <a:srgbClr val="000000"/>
                </a:solidFill>
                <a:latin typeface="Arial"/>
                <a:ea typeface="Arial"/>
                <a:cs typeface="Arial"/>
                <a:sym typeface="Arial"/>
              </a:rPr>
            </a:b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ro" sz="1800">
                <a:solidFill>
                  <a:srgbClr val="000000"/>
                </a:solidFill>
                <a:latin typeface="Roboto Mono"/>
                <a:ea typeface="Roboto Mono"/>
                <a:cs typeface="Roboto Mono"/>
                <a:sym typeface="Roboto Mono"/>
              </a:rPr>
              <a:t>argparse</a:t>
            </a:r>
            <a:r>
              <a:rPr lang="ro" sz="1800">
                <a:solidFill>
                  <a:srgbClr val="000000"/>
                </a:solidFill>
                <a:latin typeface="Arial"/>
                <a:ea typeface="Arial"/>
                <a:cs typeface="Arial"/>
                <a:sym typeface="Arial"/>
              </a:rPr>
              <a:t> – pentru setări din linia de comandă</a:t>
            </a:r>
            <a:br>
              <a:rPr lang="ro" sz="1800">
                <a:solidFill>
                  <a:srgbClr val="000000"/>
                </a:solidFill>
                <a:latin typeface="Arial"/>
                <a:ea typeface="Arial"/>
                <a:cs typeface="Arial"/>
                <a:sym typeface="Arial"/>
              </a:rPr>
            </a:br>
            <a:endParaRPr sz="1800">
              <a:solidFill>
                <a:srgbClr val="000000"/>
              </a:solidFill>
              <a:latin typeface="Arial"/>
              <a:ea typeface="Arial"/>
              <a:cs typeface="Arial"/>
              <a:sym typeface="Arial"/>
            </a:endParaRPr>
          </a:p>
          <a:p>
            <a:pPr indent="0" lvl="0" marL="0" rtl="0" algn="l">
              <a:spcBef>
                <a:spcPts val="1300"/>
              </a:spcBef>
              <a:spcAft>
                <a:spcPts val="0"/>
              </a:spcAft>
              <a:buNone/>
            </a:pPr>
            <a:r>
              <a:rPr lang="ro" sz="1800">
                <a:solidFill>
                  <a:srgbClr val="000000"/>
                </a:solidFill>
                <a:latin typeface="Arial"/>
                <a:ea typeface="Arial"/>
                <a:cs typeface="Arial"/>
                <a:sym typeface="Arial"/>
              </a:rPr>
              <a:t>Nu sunt necesare librării externe.</a:t>
            </a:r>
            <a:endParaRPr sz="1800">
              <a:solidFill>
                <a:srgbClr val="000000"/>
              </a:solidFill>
              <a:latin typeface="Arial"/>
              <a:ea typeface="Arial"/>
              <a:cs typeface="Arial"/>
              <a:sym typeface="Arial"/>
            </a:endParaRPr>
          </a:p>
          <a:p>
            <a:pPr indent="0" lvl="0" marL="0" rtl="0" algn="l">
              <a:spcBef>
                <a:spcPts val="1300"/>
              </a:spcBef>
              <a:spcAft>
                <a:spcPts val="0"/>
              </a:spcAft>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ro" sz="3300"/>
              <a:t>Formațiuni și sistem de scor</a:t>
            </a:r>
            <a:endParaRPr sz="5500"/>
          </a:p>
        </p:txBody>
      </p:sp>
      <p:sp>
        <p:nvSpPr>
          <p:cNvPr id="735" name="Google Shape;735;p34"/>
          <p:cNvSpPr txBox="1"/>
          <p:nvPr>
            <p:ph idx="1" type="body"/>
          </p:nvPr>
        </p:nvSpPr>
        <p:spPr>
          <a:xfrm>
            <a:off x="720000" y="1017725"/>
            <a:ext cx="7704000" cy="3416400"/>
          </a:xfrm>
          <a:prstGeom prst="rect">
            <a:avLst/>
          </a:prstGeom>
        </p:spPr>
        <p:txBody>
          <a:bodyPr anchorCtr="0" anchor="t" bIns="91425" lIns="91425" spcFirstLastPara="1" rIns="91425" wrap="square" tIns="91425">
            <a:noAutofit/>
          </a:bodyPr>
          <a:lstStyle/>
          <a:p>
            <a:pPr indent="0" lvl="0" marL="0" rtl="0" algn="l">
              <a:spcBef>
                <a:spcPts val="1300"/>
              </a:spcBef>
              <a:spcAft>
                <a:spcPts val="0"/>
              </a:spcAft>
              <a:buNone/>
            </a:pPr>
            <a:r>
              <a:rPr lang="ro" sz="1300">
                <a:solidFill>
                  <a:srgbClr val="000000"/>
                </a:solidFill>
                <a:latin typeface="Arial"/>
                <a:ea typeface="Arial"/>
                <a:cs typeface="Arial"/>
                <a:sym typeface="Arial"/>
              </a:rPr>
              <a:t>Jocul este capabil să identifice mai multe tipuri de formațiuni realizate prin potrivirea pieselor de aceeași culoare. Fiecare formațiune contribuie la scorul final, conform tabelului de mai jos:</a:t>
            </a:r>
            <a:endParaRPr sz="1300">
              <a:solidFill>
                <a:srgbClr val="000000"/>
              </a:solidFill>
              <a:latin typeface="Arial"/>
              <a:ea typeface="Arial"/>
              <a:cs typeface="Arial"/>
              <a:sym typeface="Arial"/>
            </a:endParaRPr>
          </a:p>
          <a:p>
            <a:pPr indent="-311150" lvl="0" marL="457200" rtl="0" algn="l">
              <a:spcBef>
                <a:spcPts val="1300"/>
              </a:spcBef>
              <a:spcAft>
                <a:spcPts val="0"/>
              </a:spcAft>
              <a:buClr>
                <a:srgbClr val="000000"/>
              </a:buClr>
              <a:buSzPts val="1300"/>
              <a:buFont typeface="Arial"/>
              <a:buChar char="●"/>
            </a:pPr>
            <a:r>
              <a:rPr b="1" lang="ro" sz="1300">
                <a:solidFill>
                  <a:srgbClr val="000000"/>
                </a:solidFill>
                <a:latin typeface="Arial"/>
                <a:ea typeface="Arial"/>
                <a:cs typeface="Arial"/>
                <a:sym typeface="Arial"/>
              </a:rPr>
              <a:t>Linie de 3 piese identice</a:t>
            </a:r>
            <a:r>
              <a:rPr lang="ro" sz="1300">
                <a:solidFill>
                  <a:srgbClr val="000000"/>
                </a:solidFill>
                <a:latin typeface="Arial"/>
                <a:ea typeface="Arial"/>
                <a:cs typeface="Arial"/>
                <a:sym typeface="Arial"/>
              </a:rPr>
              <a:t> – 5 puncte</a:t>
            </a:r>
            <a:br>
              <a:rPr lang="ro"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Linie de 4 piese</a:t>
            </a:r>
            <a:r>
              <a:rPr lang="ro" sz="1300">
                <a:solidFill>
                  <a:srgbClr val="000000"/>
                </a:solidFill>
                <a:latin typeface="Arial"/>
                <a:ea typeface="Arial"/>
                <a:cs typeface="Arial"/>
                <a:sym typeface="Arial"/>
              </a:rPr>
              <a:t> – 10 puncte</a:t>
            </a:r>
            <a:br>
              <a:rPr lang="ro"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Linie de 5 sau mai multe piese</a:t>
            </a:r>
            <a:r>
              <a:rPr lang="ro" sz="1300">
                <a:solidFill>
                  <a:srgbClr val="000000"/>
                </a:solidFill>
                <a:latin typeface="Arial"/>
                <a:ea typeface="Arial"/>
                <a:cs typeface="Arial"/>
                <a:sym typeface="Arial"/>
              </a:rPr>
              <a:t> – 50 de puncte</a:t>
            </a:r>
            <a:br>
              <a:rPr lang="ro"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Formațiune de tip L</a:t>
            </a:r>
            <a:r>
              <a:rPr lang="ro" sz="1300">
                <a:solidFill>
                  <a:srgbClr val="000000"/>
                </a:solidFill>
                <a:latin typeface="Arial"/>
                <a:ea typeface="Arial"/>
                <a:cs typeface="Arial"/>
                <a:sym typeface="Arial"/>
              </a:rPr>
              <a:t> – 20 de puncte</a:t>
            </a:r>
            <a:br>
              <a:rPr lang="ro"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Formațiune de tip T</a:t>
            </a:r>
            <a:r>
              <a:rPr lang="ro" sz="1300">
                <a:solidFill>
                  <a:srgbClr val="000000"/>
                </a:solidFill>
                <a:latin typeface="Arial"/>
                <a:ea typeface="Arial"/>
                <a:cs typeface="Arial"/>
                <a:sym typeface="Arial"/>
              </a:rPr>
              <a:t> – 30 de puncte</a:t>
            </a:r>
            <a:endParaRPr sz="1300">
              <a:solidFill>
                <a:srgbClr val="000000"/>
              </a:solidFill>
              <a:latin typeface="Arial"/>
              <a:ea typeface="Arial"/>
              <a:cs typeface="Arial"/>
              <a:sym typeface="Arial"/>
            </a:endParaRPr>
          </a:p>
          <a:p>
            <a:pPr indent="0" lvl="0" marL="0" rtl="0" algn="l">
              <a:spcBef>
                <a:spcPts val="1300"/>
              </a:spcBef>
              <a:spcAft>
                <a:spcPts val="0"/>
              </a:spcAft>
              <a:buNone/>
            </a:pPr>
            <a:r>
              <a:rPr lang="ro" sz="1300">
                <a:solidFill>
                  <a:srgbClr val="000000"/>
                </a:solidFill>
                <a:latin typeface="Arial"/>
                <a:ea typeface="Arial"/>
                <a:cs typeface="Arial"/>
                <a:sym typeface="Arial"/>
              </a:rPr>
              <a:t>În situația în care mai multe formațiuni se suprapun, este luată în considerare doar formațiunea care oferă scorul cel mai mare, pentru a evita dublarea punctajului.</a:t>
            </a:r>
            <a:endParaRPr sz="1300">
              <a:solidFill>
                <a:srgbClr val="000000"/>
              </a:solidFill>
              <a:latin typeface="Arial"/>
              <a:ea typeface="Arial"/>
              <a:cs typeface="Arial"/>
              <a:sym typeface="Arial"/>
            </a:endParaRPr>
          </a:p>
          <a:p>
            <a:pPr indent="0" lvl="0" marL="0" rtl="0" algn="l">
              <a:spcBef>
                <a:spcPts val="1300"/>
              </a:spcBef>
              <a:spcAft>
                <a:spcPts val="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5"/>
          <p:cNvSpPr txBox="1"/>
          <p:nvPr>
            <p:ph type="title"/>
          </p:nvPr>
        </p:nvSpPr>
        <p:spPr>
          <a:xfrm>
            <a:off x="720000" y="290850"/>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ro" sz="2700"/>
              <a:t>Mutările (swap) + rulare</a:t>
            </a:r>
            <a:endParaRPr sz="4500"/>
          </a:p>
        </p:txBody>
      </p:sp>
      <p:sp>
        <p:nvSpPr>
          <p:cNvPr id="741" name="Google Shape;741;p35"/>
          <p:cNvSpPr txBox="1"/>
          <p:nvPr>
            <p:ph idx="1" type="body"/>
          </p:nvPr>
        </p:nvSpPr>
        <p:spPr>
          <a:xfrm>
            <a:off x="720000" y="863550"/>
            <a:ext cx="7704000" cy="3416400"/>
          </a:xfrm>
          <a:prstGeom prst="rect">
            <a:avLst/>
          </a:prstGeom>
        </p:spPr>
        <p:txBody>
          <a:bodyPr anchorCtr="0" anchor="t" bIns="91425" lIns="91425" spcFirstLastPara="1" rIns="91425" wrap="square" tIns="91425">
            <a:noAutofit/>
          </a:bodyPr>
          <a:lstStyle/>
          <a:p>
            <a:pPr indent="0" lvl="0" marL="0" rtl="0" algn="l">
              <a:spcBef>
                <a:spcPts val="1300"/>
              </a:spcBef>
              <a:spcAft>
                <a:spcPts val="0"/>
              </a:spcAft>
              <a:buNone/>
            </a:pPr>
            <a:r>
              <a:rPr lang="ro">
                <a:solidFill>
                  <a:srgbClr val="000000"/>
                </a:solidFill>
                <a:latin typeface="Arial"/>
                <a:ea typeface="Arial"/>
                <a:cs typeface="Arial"/>
                <a:sym typeface="Arial"/>
              </a:rPr>
              <a:t>Programul caută automat mutări valide:</a:t>
            </a:r>
            <a:endParaRPr>
              <a:solidFill>
                <a:srgbClr val="000000"/>
              </a:solidFill>
              <a:latin typeface="Arial"/>
              <a:ea typeface="Arial"/>
              <a:cs typeface="Arial"/>
              <a:sym typeface="Arial"/>
            </a:endParaRPr>
          </a:p>
          <a:p>
            <a:pPr indent="-317500" lvl="0" marL="457200" rtl="0" algn="l">
              <a:spcBef>
                <a:spcPts val="1300"/>
              </a:spcBef>
              <a:spcAft>
                <a:spcPts val="0"/>
              </a:spcAft>
              <a:buClr>
                <a:srgbClr val="000000"/>
              </a:buClr>
              <a:buSzPts val="1400"/>
              <a:buFont typeface="Arial"/>
              <a:buChar char="●"/>
            </a:pPr>
            <a:r>
              <a:rPr lang="ro">
                <a:solidFill>
                  <a:srgbClr val="000000"/>
                </a:solidFill>
                <a:latin typeface="Arial"/>
                <a:ea typeface="Arial"/>
                <a:cs typeface="Arial"/>
                <a:sym typeface="Arial"/>
              </a:rPr>
              <a:t>se încearcă schimbul între două celule vecine</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mutarea este acceptată doar dacă produce o formațiune</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dacă nu mai există mutări posibile, jocul se oprește</a:t>
            </a:r>
            <a:endParaRPr>
              <a:solidFill>
                <a:srgbClr val="000000"/>
              </a:solidFill>
              <a:latin typeface="Arial"/>
              <a:ea typeface="Arial"/>
              <a:cs typeface="Arial"/>
              <a:sym typeface="Arial"/>
            </a:endParaRPr>
          </a:p>
          <a:p>
            <a:pPr indent="0" lvl="0" marL="0" rtl="0" algn="l">
              <a:spcBef>
                <a:spcPts val="1300"/>
              </a:spcBef>
              <a:spcAft>
                <a:spcPts val="0"/>
              </a:spcAft>
              <a:buNone/>
            </a:pPr>
            <a:r>
              <a:rPr lang="ro">
                <a:solidFill>
                  <a:srgbClr val="000000"/>
                </a:solidFill>
                <a:latin typeface="Arial"/>
                <a:ea typeface="Arial"/>
                <a:cs typeface="Arial"/>
                <a:sym typeface="Arial"/>
              </a:rPr>
              <a:t>Pentru fiecare joc:</a:t>
            </a:r>
            <a:endParaRPr>
              <a:solidFill>
                <a:srgbClr val="000000"/>
              </a:solidFill>
              <a:latin typeface="Arial"/>
              <a:ea typeface="Arial"/>
              <a:cs typeface="Arial"/>
              <a:sym typeface="Arial"/>
            </a:endParaRPr>
          </a:p>
          <a:p>
            <a:pPr indent="-317500" lvl="0" marL="457200" rtl="0" algn="l">
              <a:spcBef>
                <a:spcPts val="1300"/>
              </a:spcBef>
              <a:spcAft>
                <a:spcPts val="0"/>
              </a:spcAft>
              <a:buClr>
                <a:srgbClr val="000000"/>
              </a:buClr>
              <a:buSzPts val="1400"/>
              <a:buFont typeface="Arial"/>
              <a:buAutoNum type="arabicPeriod"/>
            </a:pPr>
            <a:r>
              <a:rPr lang="ro">
                <a:solidFill>
                  <a:srgbClr val="000000"/>
                </a:solidFill>
                <a:latin typeface="Arial"/>
                <a:ea typeface="Arial"/>
                <a:cs typeface="Arial"/>
                <a:sym typeface="Arial"/>
              </a:rPr>
              <a:t>se generează tabla inițială</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ro">
                <a:solidFill>
                  <a:srgbClr val="000000"/>
                </a:solidFill>
                <a:latin typeface="Arial"/>
                <a:ea typeface="Arial"/>
                <a:cs typeface="Arial"/>
                <a:sym typeface="Arial"/>
              </a:rPr>
              <a:t>se rezolvă cascadele inițiale</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ro">
                <a:solidFill>
                  <a:srgbClr val="000000"/>
                </a:solidFill>
                <a:latin typeface="Arial"/>
                <a:ea typeface="Arial"/>
                <a:cs typeface="Arial"/>
                <a:sym typeface="Arial"/>
              </a:rPr>
              <a:t>se fac mutări automate</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ro">
                <a:solidFill>
                  <a:srgbClr val="000000"/>
                </a:solidFill>
                <a:latin typeface="Arial"/>
                <a:ea typeface="Arial"/>
                <a:cs typeface="Arial"/>
                <a:sym typeface="Arial"/>
              </a:rPr>
              <a:t>se acumulează puncte</a:t>
            </a:r>
            <a:endParaRPr>
              <a:solidFill>
                <a:srgbClr val="000000"/>
              </a:solidFill>
              <a:latin typeface="Arial"/>
              <a:ea typeface="Arial"/>
              <a:cs typeface="Arial"/>
              <a:sym typeface="Arial"/>
            </a:endParaRPr>
          </a:p>
          <a:p>
            <a:pPr indent="0" lvl="0" marL="0" rtl="0" algn="l">
              <a:spcBef>
                <a:spcPts val="1300"/>
              </a:spcBef>
              <a:spcAft>
                <a:spcPts val="0"/>
              </a:spcAft>
              <a:buNone/>
            </a:pPr>
            <a:r>
              <a:rPr lang="ro">
                <a:solidFill>
                  <a:srgbClr val="000000"/>
                </a:solidFill>
                <a:latin typeface="Arial"/>
                <a:ea typeface="Arial"/>
                <a:cs typeface="Arial"/>
                <a:sym typeface="Arial"/>
              </a:rPr>
              <a:t>Jocul se oprește când:</a:t>
            </a:r>
            <a:endParaRPr>
              <a:solidFill>
                <a:srgbClr val="000000"/>
              </a:solidFill>
              <a:latin typeface="Arial"/>
              <a:ea typeface="Arial"/>
              <a:cs typeface="Arial"/>
              <a:sym typeface="Arial"/>
            </a:endParaRPr>
          </a:p>
          <a:p>
            <a:pPr indent="-317500" lvl="0" marL="457200" rtl="0" algn="l">
              <a:spcBef>
                <a:spcPts val="1300"/>
              </a:spcBef>
              <a:spcAft>
                <a:spcPts val="0"/>
              </a:spcAft>
              <a:buClr>
                <a:srgbClr val="000000"/>
              </a:buClr>
              <a:buSzPts val="1400"/>
              <a:buFont typeface="Arial"/>
              <a:buChar char="●"/>
            </a:pPr>
            <a:r>
              <a:rPr lang="ro">
                <a:solidFill>
                  <a:srgbClr val="000000"/>
                </a:solidFill>
                <a:latin typeface="Arial"/>
                <a:ea typeface="Arial"/>
                <a:cs typeface="Arial"/>
                <a:sym typeface="Arial"/>
              </a:rPr>
              <a:t>se atinge scorul țintă (ex. 10.000)</a:t>
            </a:r>
            <a:endParaRPr>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sau nu mai există mutări valide</a:t>
            </a:r>
            <a:br>
              <a:rPr lang="ro">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0" lvl="0" marL="0" rtl="0" algn="l">
              <a:spcBef>
                <a:spcPts val="1300"/>
              </a:spcBef>
              <a:spcAft>
                <a:spcPts val="0"/>
              </a:spcAft>
              <a:buNone/>
            </a:pPr>
            <a:r>
              <a:t/>
            </a:r>
            <a:endParaRPr>
              <a:solidFill>
                <a:srgbClr val="000000"/>
              </a:solidFill>
              <a:latin typeface="Arial"/>
              <a:ea typeface="Arial"/>
              <a:cs typeface="Arial"/>
              <a:sym typeface="Arial"/>
            </a:endParaRPr>
          </a:p>
          <a:p>
            <a:pPr indent="0" lvl="0" marL="0" rtl="0" algn="l">
              <a:spcBef>
                <a:spcPts val="1300"/>
              </a:spcBef>
              <a:spcAft>
                <a:spcPts val="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ro" sz="3000"/>
              <a:t>Posibile îmbunătățiri </a:t>
            </a:r>
            <a:endParaRPr sz="4800"/>
          </a:p>
        </p:txBody>
      </p:sp>
      <p:sp>
        <p:nvSpPr>
          <p:cNvPr id="747" name="Google Shape;747;p36"/>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t/>
            </a:r>
            <a:endParaRPr b="1" sz="2300">
              <a:solidFill>
                <a:srgbClr val="000000"/>
              </a:solidFill>
              <a:latin typeface="Arial"/>
              <a:ea typeface="Arial"/>
              <a:cs typeface="Arial"/>
              <a:sym typeface="Arial"/>
            </a:endParaRPr>
          </a:p>
          <a:p>
            <a:pPr indent="-336550" lvl="0" marL="457200" rtl="0" algn="l">
              <a:spcBef>
                <a:spcPts val="1300"/>
              </a:spcBef>
              <a:spcAft>
                <a:spcPts val="0"/>
              </a:spcAft>
              <a:buClr>
                <a:srgbClr val="000000"/>
              </a:buClr>
              <a:buSzPts val="1700"/>
              <a:buFont typeface="Arial"/>
              <a:buChar char="●"/>
            </a:pPr>
            <a:r>
              <a:rPr lang="ro" sz="1700">
                <a:solidFill>
                  <a:srgbClr val="000000"/>
                </a:solidFill>
                <a:latin typeface="Arial"/>
                <a:ea typeface="Arial"/>
                <a:cs typeface="Arial"/>
                <a:sym typeface="Arial"/>
              </a:rPr>
              <a:t>strategie mai inteligentă pentru mutări</a:t>
            </a:r>
            <a:br>
              <a:rPr lang="ro"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prevenirea formațiunilor inițiale</a:t>
            </a:r>
            <a:br>
              <a:rPr lang="ro"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interfață grafică</a:t>
            </a:r>
            <a:br>
              <a:rPr lang="ro"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mai multe tipuri de bomboane</a:t>
            </a:r>
            <a:endParaRPr sz="1700">
              <a:solidFill>
                <a:srgbClr val="000000"/>
              </a:solidFill>
              <a:latin typeface="Arial"/>
              <a:ea typeface="Arial"/>
              <a:cs typeface="Arial"/>
              <a:sym typeface="Arial"/>
            </a:endParaRPr>
          </a:p>
          <a:p>
            <a:pPr indent="0" lvl="0" marL="0" rtl="0" algn="l">
              <a:spcBef>
                <a:spcPts val="1300"/>
              </a:spcBef>
              <a:spcAft>
                <a:spcPts val="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ewelry Branding Agency by Slidesgo">
  <a:themeElements>
    <a:clrScheme name="Simple Light">
      <a:dk1>
        <a:srgbClr val="594939"/>
      </a:dk1>
      <a:lt1>
        <a:srgbClr val="FAF6EB"/>
      </a:lt1>
      <a:dk2>
        <a:srgbClr val="D5B383"/>
      </a:dk2>
      <a:lt2>
        <a:srgbClr val="BAC8C8"/>
      </a:lt2>
      <a:accent1>
        <a:srgbClr val="FFFFFF"/>
      </a:accent1>
      <a:accent2>
        <a:srgbClr val="FFFFFF"/>
      </a:accent2>
      <a:accent3>
        <a:srgbClr val="FFFFFF"/>
      </a:accent3>
      <a:accent4>
        <a:srgbClr val="FFFFFF"/>
      </a:accent4>
      <a:accent5>
        <a:srgbClr val="FFFFFF"/>
      </a:accent5>
      <a:accent6>
        <a:srgbClr val="FFFFFF"/>
      </a:accent6>
      <a:hlink>
        <a:srgbClr val="59493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